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60" r:id="rId6"/>
    <p:sldId id="262" r:id="rId7"/>
    <p:sldId id="261" r:id="rId8"/>
    <p:sldId id="268" r:id="rId9"/>
    <p:sldId id="264" r:id="rId10"/>
    <p:sldId id="259" r:id="rId11"/>
    <p:sldId id="265" r:id="rId12"/>
    <p:sldId id="266" r:id="rId13"/>
    <p:sldId id="270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787DD0-CEB1-4A9C-B0E6-BFE0B12200DF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00E9632-785B-4D77-9258-5A17861A9136}">
      <dgm:prSet/>
      <dgm:spPr/>
      <dgm:t>
        <a:bodyPr/>
        <a:lstStyle/>
        <a:p>
          <a:r>
            <a:rPr lang="en-US"/>
            <a:t>Electrical fires often caused by short circuits</a:t>
          </a:r>
        </a:p>
      </dgm:t>
    </dgm:pt>
    <dgm:pt modelId="{6AD11FC1-6DE3-4EA7-B8E7-BD194015180A}" type="parTrans" cxnId="{0776DBE6-B2B2-4FEB-920D-10EBB5291015}">
      <dgm:prSet/>
      <dgm:spPr/>
      <dgm:t>
        <a:bodyPr/>
        <a:lstStyle/>
        <a:p>
          <a:endParaRPr lang="en-US"/>
        </a:p>
      </dgm:t>
    </dgm:pt>
    <dgm:pt modelId="{EFF6CEAE-B135-466F-819E-FA6762660595}" type="sibTrans" cxnId="{0776DBE6-B2B2-4FEB-920D-10EBB5291015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A4B70E55-2EE1-4F23-94F3-3DC585A48470}">
      <dgm:prSet/>
      <dgm:spPr/>
      <dgm:t>
        <a:bodyPr/>
        <a:lstStyle/>
        <a:p>
          <a:r>
            <a:rPr lang="en-US"/>
            <a:t>• Need to distinguish PSCT vs SSCT</a:t>
          </a:r>
        </a:p>
      </dgm:t>
    </dgm:pt>
    <dgm:pt modelId="{18782217-E638-4B69-9021-4F0E1D92A00A}" type="parTrans" cxnId="{FA015008-5E25-485E-B52D-3A6105A7272B}">
      <dgm:prSet/>
      <dgm:spPr/>
      <dgm:t>
        <a:bodyPr/>
        <a:lstStyle/>
        <a:p>
          <a:endParaRPr lang="en-US"/>
        </a:p>
      </dgm:t>
    </dgm:pt>
    <dgm:pt modelId="{29F53B95-118C-423E-AD28-AF0515DDB36D}" type="sibTrans" cxnId="{FA015008-5E25-485E-B52D-3A6105A7272B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DCD9694E-A747-4C40-A63D-0CEFD93834BA}">
      <dgm:prSet/>
      <dgm:spPr/>
      <dgm:t>
        <a:bodyPr/>
        <a:lstStyle/>
        <a:p>
          <a:r>
            <a:rPr lang="en-US"/>
            <a:t>• Traditional methods are manual and subjective</a:t>
          </a:r>
        </a:p>
      </dgm:t>
    </dgm:pt>
    <dgm:pt modelId="{1CA3F739-A2DE-4D8B-A0F0-73FF8CAE61BA}" type="parTrans" cxnId="{0A36AA09-AFD3-4E23-AFDD-24726046BB3A}">
      <dgm:prSet/>
      <dgm:spPr/>
      <dgm:t>
        <a:bodyPr/>
        <a:lstStyle/>
        <a:p>
          <a:endParaRPr lang="en-US"/>
        </a:p>
      </dgm:t>
    </dgm:pt>
    <dgm:pt modelId="{2105061C-E057-426D-8D28-36596CC8C01A}" type="sibTrans" cxnId="{0A36AA09-AFD3-4E23-AFDD-24726046BB3A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CFE9FDD1-9E18-4BA6-AE3B-A4277E1D42AB}">
      <dgm:prSet/>
      <dgm:spPr/>
      <dgm:t>
        <a:bodyPr/>
        <a:lstStyle/>
        <a:p>
          <a:r>
            <a:rPr lang="en-US"/>
            <a:t>• AI enables automated classification</a:t>
          </a:r>
        </a:p>
      </dgm:t>
    </dgm:pt>
    <dgm:pt modelId="{84C3899B-4C89-414D-BE62-68C786F06895}" type="parTrans" cxnId="{2FF79BCB-2809-43B8-BF05-19C5AAB1708C}">
      <dgm:prSet/>
      <dgm:spPr/>
      <dgm:t>
        <a:bodyPr/>
        <a:lstStyle/>
        <a:p>
          <a:endParaRPr lang="en-US"/>
        </a:p>
      </dgm:t>
    </dgm:pt>
    <dgm:pt modelId="{7EBB2AD4-3C2D-40E5-A56D-55FEA825C67C}" type="sibTrans" cxnId="{2FF79BCB-2809-43B8-BF05-19C5AAB1708C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9DAE0301-95CF-486F-BE84-7BA0C0F0EB40}" type="pres">
      <dgm:prSet presAssocID="{85787DD0-CEB1-4A9C-B0E6-BFE0B12200DF}" presName="Name0" presStyleCnt="0">
        <dgm:presLayoutVars>
          <dgm:animLvl val="lvl"/>
          <dgm:resizeHandles val="exact"/>
        </dgm:presLayoutVars>
      </dgm:prSet>
      <dgm:spPr/>
    </dgm:pt>
    <dgm:pt modelId="{133BAF12-F0EE-4387-9B18-DE3EF95D4763}" type="pres">
      <dgm:prSet presAssocID="{300E9632-785B-4D77-9258-5A17861A9136}" presName="compositeNode" presStyleCnt="0">
        <dgm:presLayoutVars>
          <dgm:bulletEnabled val="1"/>
        </dgm:presLayoutVars>
      </dgm:prSet>
      <dgm:spPr/>
    </dgm:pt>
    <dgm:pt modelId="{0BFEC78F-17E4-4701-8609-8049A2D82A79}" type="pres">
      <dgm:prSet presAssocID="{300E9632-785B-4D77-9258-5A17861A9136}" presName="bgRect" presStyleLbl="alignNode1" presStyleIdx="0" presStyleCnt="4"/>
      <dgm:spPr/>
    </dgm:pt>
    <dgm:pt modelId="{629E59F9-192F-44C6-93A2-F310DACBF773}" type="pres">
      <dgm:prSet presAssocID="{EFF6CEAE-B135-466F-819E-FA6762660595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0C053904-FE13-412B-8430-BD2EA763E0EB}" type="pres">
      <dgm:prSet presAssocID="{300E9632-785B-4D77-9258-5A17861A9136}" presName="nodeRect" presStyleLbl="alignNode1" presStyleIdx="0" presStyleCnt="4">
        <dgm:presLayoutVars>
          <dgm:bulletEnabled val="1"/>
        </dgm:presLayoutVars>
      </dgm:prSet>
      <dgm:spPr/>
    </dgm:pt>
    <dgm:pt modelId="{12097885-9E27-4B53-B96D-93C5ED9DFFE6}" type="pres">
      <dgm:prSet presAssocID="{EFF6CEAE-B135-466F-819E-FA6762660595}" presName="sibTrans" presStyleCnt="0"/>
      <dgm:spPr/>
    </dgm:pt>
    <dgm:pt modelId="{02362A56-45EA-4AE6-8EBC-BC8B5EF8D4A9}" type="pres">
      <dgm:prSet presAssocID="{A4B70E55-2EE1-4F23-94F3-3DC585A48470}" presName="compositeNode" presStyleCnt="0">
        <dgm:presLayoutVars>
          <dgm:bulletEnabled val="1"/>
        </dgm:presLayoutVars>
      </dgm:prSet>
      <dgm:spPr/>
    </dgm:pt>
    <dgm:pt modelId="{5C1C65B9-41AB-48D4-80B6-73C4BD6E1303}" type="pres">
      <dgm:prSet presAssocID="{A4B70E55-2EE1-4F23-94F3-3DC585A48470}" presName="bgRect" presStyleLbl="alignNode1" presStyleIdx="1" presStyleCnt="4"/>
      <dgm:spPr/>
    </dgm:pt>
    <dgm:pt modelId="{C1AEC932-96D1-41C8-8156-BC7A34913040}" type="pres">
      <dgm:prSet presAssocID="{29F53B95-118C-423E-AD28-AF0515DDB36D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8549792C-79C0-4B56-B7B7-EC57A16F1ABE}" type="pres">
      <dgm:prSet presAssocID="{A4B70E55-2EE1-4F23-94F3-3DC585A48470}" presName="nodeRect" presStyleLbl="alignNode1" presStyleIdx="1" presStyleCnt="4">
        <dgm:presLayoutVars>
          <dgm:bulletEnabled val="1"/>
        </dgm:presLayoutVars>
      </dgm:prSet>
      <dgm:spPr/>
    </dgm:pt>
    <dgm:pt modelId="{B26E83EF-4A48-453F-B04B-E1C15DE7E2B0}" type="pres">
      <dgm:prSet presAssocID="{29F53B95-118C-423E-AD28-AF0515DDB36D}" presName="sibTrans" presStyleCnt="0"/>
      <dgm:spPr/>
    </dgm:pt>
    <dgm:pt modelId="{50D9683A-1B46-44E5-B632-07E498A48012}" type="pres">
      <dgm:prSet presAssocID="{DCD9694E-A747-4C40-A63D-0CEFD93834BA}" presName="compositeNode" presStyleCnt="0">
        <dgm:presLayoutVars>
          <dgm:bulletEnabled val="1"/>
        </dgm:presLayoutVars>
      </dgm:prSet>
      <dgm:spPr/>
    </dgm:pt>
    <dgm:pt modelId="{89916679-720F-437A-B788-F0C1215155E9}" type="pres">
      <dgm:prSet presAssocID="{DCD9694E-A747-4C40-A63D-0CEFD93834BA}" presName="bgRect" presStyleLbl="alignNode1" presStyleIdx="2" presStyleCnt="4"/>
      <dgm:spPr/>
    </dgm:pt>
    <dgm:pt modelId="{CD4E73B8-77E6-4FA6-9A99-D4E35611C82A}" type="pres">
      <dgm:prSet presAssocID="{2105061C-E057-426D-8D28-36596CC8C01A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C1BF94F9-2A10-4126-97DB-EB0D08F03A0F}" type="pres">
      <dgm:prSet presAssocID="{DCD9694E-A747-4C40-A63D-0CEFD93834BA}" presName="nodeRect" presStyleLbl="alignNode1" presStyleIdx="2" presStyleCnt="4">
        <dgm:presLayoutVars>
          <dgm:bulletEnabled val="1"/>
        </dgm:presLayoutVars>
      </dgm:prSet>
      <dgm:spPr/>
    </dgm:pt>
    <dgm:pt modelId="{0A032D61-D7D0-4DE5-B7C6-49F9DE374916}" type="pres">
      <dgm:prSet presAssocID="{2105061C-E057-426D-8D28-36596CC8C01A}" presName="sibTrans" presStyleCnt="0"/>
      <dgm:spPr/>
    </dgm:pt>
    <dgm:pt modelId="{0E88EA43-03B4-420A-81FF-14F064E49B04}" type="pres">
      <dgm:prSet presAssocID="{CFE9FDD1-9E18-4BA6-AE3B-A4277E1D42AB}" presName="compositeNode" presStyleCnt="0">
        <dgm:presLayoutVars>
          <dgm:bulletEnabled val="1"/>
        </dgm:presLayoutVars>
      </dgm:prSet>
      <dgm:spPr/>
    </dgm:pt>
    <dgm:pt modelId="{0AC0997A-6F09-4FDF-A2C9-A53340E25163}" type="pres">
      <dgm:prSet presAssocID="{CFE9FDD1-9E18-4BA6-AE3B-A4277E1D42AB}" presName="bgRect" presStyleLbl="alignNode1" presStyleIdx="3" presStyleCnt="4"/>
      <dgm:spPr/>
    </dgm:pt>
    <dgm:pt modelId="{C321515A-F5A1-46F7-8F82-64701B423945}" type="pres">
      <dgm:prSet presAssocID="{7EBB2AD4-3C2D-40E5-A56D-55FEA825C67C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08A048DA-CB97-4FDB-9997-31B062EFFDF3}" type="pres">
      <dgm:prSet presAssocID="{CFE9FDD1-9E18-4BA6-AE3B-A4277E1D42AB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FA015008-5E25-485E-B52D-3A6105A7272B}" srcId="{85787DD0-CEB1-4A9C-B0E6-BFE0B12200DF}" destId="{A4B70E55-2EE1-4F23-94F3-3DC585A48470}" srcOrd="1" destOrd="0" parTransId="{18782217-E638-4B69-9021-4F0E1D92A00A}" sibTransId="{29F53B95-118C-423E-AD28-AF0515DDB36D}"/>
    <dgm:cxn modelId="{0A36AA09-AFD3-4E23-AFDD-24726046BB3A}" srcId="{85787DD0-CEB1-4A9C-B0E6-BFE0B12200DF}" destId="{DCD9694E-A747-4C40-A63D-0CEFD93834BA}" srcOrd="2" destOrd="0" parTransId="{1CA3F739-A2DE-4D8B-A0F0-73FF8CAE61BA}" sibTransId="{2105061C-E057-426D-8D28-36596CC8C01A}"/>
    <dgm:cxn modelId="{9CE1831A-5E7F-40A6-9454-58377E1B8DBB}" type="presOf" srcId="{29F53B95-118C-423E-AD28-AF0515DDB36D}" destId="{C1AEC932-96D1-41C8-8156-BC7A34913040}" srcOrd="0" destOrd="0" presId="urn:microsoft.com/office/officeart/2016/7/layout/LinearBlockProcessNumbered"/>
    <dgm:cxn modelId="{65B69C3B-C472-45DF-B730-147D2C3D646C}" type="presOf" srcId="{7EBB2AD4-3C2D-40E5-A56D-55FEA825C67C}" destId="{C321515A-F5A1-46F7-8F82-64701B423945}" srcOrd="0" destOrd="0" presId="urn:microsoft.com/office/officeart/2016/7/layout/LinearBlockProcessNumbered"/>
    <dgm:cxn modelId="{4CBEB44B-1AED-467D-A40A-7E2774630600}" type="presOf" srcId="{A4B70E55-2EE1-4F23-94F3-3DC585A48470}" destId="{5C1C65B9-41AB-48D4-80B6-73C4BD6E1303}" srcOrd="0" destOrd="0" presId="urn:microsoft.com/office/officeart/2016/7/layout/LinearBlockProcessNumbered"/>
    <dgm:cxn modelId="{284D779D-BF7E-4E61-B2A7-B7B35AB39DFC}" type="presOf" srcId="{CFE9FDD1-9E18-4BA6-AE3B-A4277E1D42AB}" destId="{08A048DA-CB97-4FDB-9997-31B062EFFDF3}" srcOrd="1" destOrd="0" presId="urn:microsoft.com/office/officeart/2016/7/layout/LinearBlockProcessNumbered"/>
    <dgm:cxn modelId="{BB195EA9-A14F-4825-90ED-AEF9D5CA01D3}" type="presOf" srcId="{EFF6CEAE-B135-466F-819E-FA6762660595}" destId="{629E59F9-192F-44C6-93A2-F310DACBF773}" srcOrd="0" destOrd="0" presId="urn:microsoft.com/office/officeart/2016/7/layout/LinearBlockProcessNumbered"/>
    <dgm:cxn modelId="{EFDEF6AB-CFEB-4549-81B3-25096E99A2E9}" type="presOf" srcId="{DCD9694E-A747-4C40-A63D-0CEFD93834BA}" destId="{89916679-720F-437A-B788-F0C1215155E9}" srcOrd="0" destOrd="0" presId="urn:microsoft.com/office/officeart/2016/7/layout/LinearBlockProcessNumbered"/>
    <dgm:cxn modelId="{90CD62BE-7C06-4E36-8751-765B50026738}" type="presOf" srcId="{300E9632-785B-4D77-9258-5A17861A9136}" destId="{0BFEC78F-17E4-4701-8609-8049A2D82A79}" srcOrd="0" destOrd="0" presId="urn:microsoft.com/office/officeart/2016/7/layout/LinearBlockProcessNumbered"/>
    <dgm:cxn modelId="{6E4B52C6-87FA-490D-8684-C291B125AFF6}" type="presOf" srcId="{2105061C-E057-426D-8D28-36596CC8C01A}" destId="{CD4E73B8-77E6-4FA6-9A99-D4E35611C82A}" srcOrd="0" destOrd="0" presId="urn:microsoft.com/office/officeart/2016/7/layout/LinearBlockProcessNumbered"/>
    <dgm:cxn modelId="{2FF79BCB-2809-43B8-BF05-19C5AAB1708C}" srcId="{85787DD0-CEB1-4A9C-B0E6-BFE0B12200DF}" destId="{CFE9FDD1-9E18-4BA6-AE3B-A4277E1D42AB}" srcOrd="3" destOrd="0" parTransId="{84C3899B-4C89-414D-BE62-68C786F06895}" sibTransId="{7EBB2AD4-3C2D-40E5-A56D-55FEA825C67C}"/>
    <dgm:cxn modelId="{F6C8A8D5-714C-4D12-9A97-AF9F7A26ED22}" type="presOf" srcId="{300E9632-785B-4D77-9258-5A17861A9136}" destId="{0C053904-FE13-412B-8430-BD2EA763E0EB}" srcOrd="1" destOrd="0" presId="urn:microsoft.com/office/officeart/2016/7/layout/LinearBlockProcessNumbered"/>
    <dgm:cxn modelId="{529CBCDD-7B83-4A57-9267-167D8756F2A6}" type="presOf" srcId="{85787DD0-CEB1-4A9C-B0E6-BFE0B12200DF}" destId="{9DAE0301-95CF-486F-BE84-7BA0C0F0EB40}" srcOrd="0" destOrd="0" presId="urn:microsoft.com/office/officeart/2016/7/layout/LinearBlockProcessNumbered"/>
    <dgm:cxn modelId="{58F1DEE5-7B9F-45D8-86D0-80516AB05FF2}" type="presOf" srcId="{CFE9FDD1-9E18-4BA6-AE3B-A4277E1D42AB}" destId="{0AC0997A-6F09-4FDF-A2C9-A53340E25163}" srcOrd="0" destOrd="0" presId="urn:microsoft.com/office/officeart/2016/7/layout/LinearBlockProcessNumbered"/>
    <dgm:cxn modelId="{0776DBE6-B2B2-4FEB-920D-10EBB5291015}" srcId="{85787DD0-CEB1-4A9C-B0E6-BFE0B12200DF}" destId="{300E9632-785B-4D77-9258-5A17861A9136}" srcOrd="0" destOrd="0" parTransId="{6AD11FC1-6DE3-4EA7-B8E7-BD194015180A}" sibTransId="{EFF6CEAE-B135-466F-819E-FA6762660595}"/>
    <dgm:cxn modelId="{F45BC1F1-2E31-49CB-8C24-2FCE51D126AC}" type="presOf" srcId="{DCD9694E-A747-4C40-A63D-0CEFD93834BA}" destId="{C1BF94F9-2A10-4126-97DB-EB0D08F03A0F}" srcOrd="1" destOrd="0" presId="urn:microsoft.com/office/officeart/2016/7/layout/LinearBlockProcessNumbered"/>
    <dgm:cxn modelId="{D8B7AAFF-BFCB-4378-9F79-D133A1A9E28D}" type="presOf" srcId="{A4B70E55-2EE1-4F23-94F3-3DC585A48470}" destId="{8549792C-79C0-4B56-B7B7-EC57A16F1ABE}" srcOrd="1" destOrd="0" presId="urn:microsoft.com/office/officeart/2016/7/layout/LinearBlockProcessNumbered"/>
    <dgm:cxn modelId="{77E4DC77-9022-44EC-8769-76AD95CCB6EC}" type="presParOf" srcId="{9DAE0301-95CF-486F-BE84-7BA0C0F0EB40}" destId="{133BAF12-F0EE-4387-9B18-DE3EF95D4763}" srcOrd="0" destOrd="0" presId="urn:microsoft.com/office/officeart/2016/7/layout/LinearBlockProcessNumbered"/>
    <dgm:cxn modelId="{877881FD-B90C-4888-A9B8-DC2524AC9B58}" type="presParOf" srcId="{133BAF12-F0EE-4387-9B18-DE3EF95D4763}" destId="{0BFEC78F-17E4-4701-8609-8049A2D82A79}" srcOrd="0" destOrd="0" presId="urn:microsoft.com/office/officeart/2016/7/layout/LinearBlockProcessNumbered"/>
    <dgm:cxn modelId="{3B6DB94D-FEA7-4C87-A65F-7225C32E30B9}" type="presParOf" srcId="{133BAF12-F0EE-4387-9B18-DE3EF95D4763}" destId="{629E59F9-192F-44C6-93A2-F310DACBF773}" srcOrd="1" destOrd="0" presId="urn:microsoft.com/office/officeart/2016/7/layout/LinearBlockProcessNumbered"/>
    <dgm:cxn modelId="{4D38BC16-4341-4442-93CE-17B3C9556141}" type="presParOf" srcId="{133BAF12-F0EE-4387-9B18-DE3EF95D4763}" destId="{0C053904-FE13-412B-8430-BD2EA763E0EB}" srcOrd="2" destOrd="0" presId="urn:microsoft.com/office/officeart/2016/7/layout/LinearBlockProcessNumbered"/>
    <dgm:cxn modelId="{A397CE03-45E4-4D02-BF62-9AB691E82AD3}" type="presParOf" srcId="{9DAE0301-95CF-486F-BE84-7BA0C0F0EB40}" destId="{12097885-9E27-4B53-B96D-93C5ED9DFFE6}" srcOrd="1" destOrd="0" presId="urn:microsoft.com/office/officeart/2016/7/layout/LinearBlockProcessNumbered"/>
    <dgm:cxn modelId="{B4DC6001-30E5-4086-A333-A28843CBCF67}" type="presParOf" srcId="{9DAE0301-95CF-486F-BE84-7BA0C0F0EB40}" destId="{02362A56-45EA-4AE6-8EBC-BC8B5EF8D4A9}" srcOrd="2" destOrd="0" presId="urn:microsoft.com/office/officeart/2016/7/layout/LinearBlockProcessNumbered"/>
    <dgm:cxn modelId="{6BFDFE5E-075A-408D-8C32-C26E7E1AED87}" type="presParOf" srcId="{02362A56-45EA-4AE6-8EBC-BC8B5EF8D4A9}" destId="{5C1C65B9-41AB-48D4-80B6-73C4BD6E1303}" srcOrd="0" destOrd="0" presId="urn:microsoft.com/office/officeart/2016/7/layout/LinearBlockProcessNumbered"/>
    <dgm:cxn modelId="{75BE13D9-51CE-4D23-930F-E39C80A1BEDA}" type="presParOf" srcId="{02362A56-45EA-4AE6-8EBC-BC8B5EF8D4A9}" destId="{C1AEC932-96D1-41C8-8156-BC7A34913040}" srcOrd="1" destOrd="0" presId="urn:microsoft.com/office/officeart/2016/7/layout/LinearBlockProcessNumbered"/>
    <dgm:cxn modelId="{87F51016-40CF-4267-9FED-0C38B78D662B}" type="presParOf" srcId="{02362A56-45EA-4AE6-8EBC-BC8B5EF8D4A9}" destId="{8549792C-79C0-4B56-B7B7-EC57A16F1ABE}" srcOrd="2" destOrd="0" presId="urn:microsoft.com/office/officeart/2016/7/layout/LinearBlockProcessNumbered"/>
    <dgm:cxn modelId="{3F1BF930-0E73-466E-854F-A35D8B7F3F39}" type="presParOf" srcId="{9DAE0301-95CF-486F-BE84-7BA0C0F0EB40}" destId="{B26E83EF-4A48-453F-B04B-E1C15DE7E2B0}" srcOrd="3" destOrd="0" presId="urn:microsoft.com/office/officeart/2016/7/layout/LinearBlockProcessNumbered"/>
    <dgm:cxn modelId="{E1CF49C8-2BBE-4DD7-B996-50405C157F1E}" type="presParOf" srcId="{9DAE0301-95CF-486F-BE84-7BA0C0F0EB40}" destId="{50D9683A-1B46-44E5-B632-07E498A48012}" srcOrd="4" destOrd="0" presId="urn:microsoft.com/office/officeart/2016/7/layout/LinearBlockProcessNumbered"/>
    <dgm:cxn modelId="{3364A682-A1C1-483C-AA46-2525E670C955}" type="presParOf" srcId="{50D9683A-1B46-44E5-B632-07E498A48012}" destId="{89916679-720F-437A-B788-F0C1215155E9}" srcOrd="0" destOrd="0" presId="urn:microsoft.com/office/officeart/2016/7/layout/LinearBlockProcessNumbered"/>
    <dgm:cxn modelId="{4976C54A-5CF2-4CB5-B535-A14FD67EAD81}" type="presParOf" srcId="{50D9683A-1B46-44E5-B632-07E498A48012}" destId="{CD4E73B8-77E6-4FA6-9A99-D4E35611C82A}" srcOrd="1" destOrd="0" presId="urn:microsoft.com/office/officeart/2016/7/layout/LinearBlockProcessNumbered"/>
    <dgm:cxn modelId="{24C046FD-6DD0-43AE-993E-F48904E87BCA}" type="presParOf" srcId="{50D9683A-1B46-44E5-B632-07E498A48012}" destId="{C1BF94F9-2A10-4126-97DB-EB0D08F03A0F}" srcOrd="2" destOrd="0" presId="urn:microsoft.com/office/officeart/2016/7/layout/LinearBlockProcessNumbered"/>
    <dgm:cxn modelId="{935C91CB-AFD9-467A-A250-8BBC8EEACDD8}" type="presParOf" srcId="{9DAE0301-95CF-486F-BE84-7BA0C0F0EB40}" destId="{0A032D61-D7D0-4DE5-B7C6-49F9DE374916}" srcOrd="5" destOrd="0" presId="urn:microsoft.com/office/officeart/2016/7/layout/LinearBlockProcessNumbered"/>
    <dgm:cxn modelId="{C366D07E-ADA1-47FC-BCA7-08CD80A7F3D0}" type="presParOf" srcId="{9DAE0301-95CF-486F-BE84-7BA0C0F0EB40}" destId="{0E88EA43-03B4-420A-81FF-14F064E49B04}" srcOrd="6" destOrd="0" presId="urn:microsoft.com/office/officeart/2016/7/layout/LinearBlockProcessNumbered"/>
    <dgm:cxn modelId="{DAF5E8A6-597C-42DE-B0C9-1C60A1D85CEA}" type="presParOf" srcId="{0E88EA43-03B4-420A-81FF-14F064E49B04}" destId="{0AC0997A-6F09-4FDF-A2C9-A53340E25163}" srcOrd="0" destOrd="0" presId="urn:microsoft.com/office/officeart/2016/7/layout/LinearBlockProcessNumbered"/>
    <dgm:cxn modelId="{E3DDFDC9-4E1D-47FE-903C-5890222612B8}" type="presParOf" srcId="{0E88EA43-03B4-420A-81FF-14F064E49B04}" destId="{C321515A-F5A1-46F7-8F82-64701B423945}" srcOrd="1" destOrd="0" presId="urn:microsoft.com/office/officeart/2016/7/layout/LinearBlockProcessNumbered"/>
    <dgm:cxn modelId="{9DC67663-26FB-4BD3-B8DC-6DDD75F9F978}" type="presParOf" srcId="{0E88EA43-03B4-420A-81FF-14F064E49B04}" destId="{08A048DA-CB97-4FDB-9997-31B062EFFDF3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D54E6B-6E93-4793-A9E4-5A2B99BB3E6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145FEAE-9E65-44B6-8DE8-B5B4A5BAD8FE}">
      <dgm:prSet/>
      <dgm:spPr/>
      <dgm:t>
        <a:bodyPr/>
        <a:lstStyle/>
        <a:p>
          <a:pPr>
            <a:defRPr cap="all"/>
          </a:pPr>
          <a:r>
            <a:rPr lang="en-US" dirty="0"/>
            <a:t>• Develop Android-based classification system</a:t>
          </a:r>
        </a:p>
      </dgm:t>
    </dgm:pt>
    <dgm:pt modelId="{DF8DF0B3-E9AD-4BB6-BE2D-038A6E3D074C}" type="parTrans" cxnId="{4BE62CB1-22CE-4872-A37E-2884C43B43A8}">
      <dgm:prSet/>
      <dgm:spPr/>
      <dgm:t>
        <a:bodyPr/>
        <a:lstStyle/>
        <a:p>
          <a:endParaRPr lang="en-US"/>
        </a:p>
      </dgm:t>
    </dgm:pt>
    <dgm:pt modelId="{08A42002-F405-4E6E-8FA6-4643007EA377}" type="sibTrans" cxnId="{4BE62CB1-22CE-4872-A37E-2884C43B43A8}">
      <dgm:prSet/>
      <dgm:spPr/>
      <dgm:t>
        <a:bodyPr/>
        <a:lstStyle/>
        <a:p>
          <a:endParaRPr lang="en-US"/>
        </a:p>
      </dgm:t>
    </dgm:pt>
    <dgm:pt modelId="{5BD3EDE1-5C6C-4155-9D66-62D176F0D1F2}">
      <dgm:prSet/>
      <dgm:spPr/>
      <dgm:t>
        <a:bodyPr/>
        <a:lstStyle/>
        <a:p>
          <a:pPr>
            <a:defRPr cap="all"/>
          </a:pPr>
          <a:r>
            <a:rPr lang="en-US"/>
            <a:t>• Use lightweight CNN models</a:t>
          </a:r>
        </a:p>
      </dgm:t>
    </dgm:pt>
    <dgm:pt modelId="{57FFC35E-6C97-4300-A4F7-281AF8A68D39}" type="parTrans" cxnId="{8C83E763-1179-41BA-99A6-058A9BCDC2B5}">
      <dgm:prSet/>
      <dgm:spPr/>
      <dgm:t>
        <a:bodyPr/>
        <a:lstStyle/>
        <a:p>
          <a:endParaRPr lang="en-US"/>
        </a:p>
      </dgm:t>
    </dgm:pt>
    <dgm:pt modelId="{A8BB0212-770D-47E5-8821-C0A102136599}" type="sibTrans" cxnId="{8C83E763-1179-41BA-99A6-058A9BCDC2B5}">
      <dgm:prSet/>
      <dgm:spPr/>
      <dgm:t>
        <a:bodyPr/>
        <a:lstStyle/>
        <a:p>
          <a:endParaRPr lang="en-US"/>
        </a:p>
      </dgm:t>
    </dgm:pt>
    <dgm:pt modelId="{4B97D00C-2708-479C-9B9F-CC98B5426770}">
      <dgm:prSet/>
      <dgm:spPr/>
      <dgm:t>
        <a:bodyPr/>
        <a:lstStyle/>
        <a:p>
          <a:pPr>
            <a:defRPr cap="all"/>
          </a:pPr>
          <a:r>
            <a:rPr lang="en-US"/>
            <a:t>• Enable real-time mobile inference</a:t>
          </a:r>
        </a:p>
      </dgm:t>
    </dgm:pt>
    <dgm:pt modelId="{DD45A1D3-5706-4CC5-867F-A8B0C45B3985}" type="parTrans" cxnId="{DA84EBBC-A08B-4F97-B52C-9E1D3D4D5959}">
      <dgm:prSet/>
      <dgm:spPr/>
      <dgm:t>
        <a:bodyPr/>
        <a:lstStyle/>
        <a:p>
          <a:endParaRPr lang="en-US"/>
        </a:p>
      </dgm:t>
    </dgm:pt>
    <dgm:pt modelId="{CD28B379-82C2-4F77-8BB7-7226867DE998}" type="sibTrans" cxnId="{DA84EBBC-A08B-4F97-B52C-9E1D3D4D5959}">
      <dgm:prSet/>
      <dgm:spPr/>
      <dgm:t>
        <a:bodyPr/>
        <a:lstStyle/>
        <a:p>
          <a:endParaRPr lang="en-US"/>
        </a:p>
      </dgm:t>
    </dgm:pt>
    <dgm:pt modelId="{33193FAF-3E75-4C7C-B77F-3C973EBD8630}" type="pres">
      <dgm:prSet presAssocID="{C3D54E6B-6E93-4793-A9E4-5A2B99BB3E6A}" presName="root" presStyleCnt="0">
        <dgm:presLayoutVars>
          <dgm:dir/>
          <dgm:resizeHandles val="exact"/>
        </dgm:presLayoutVars>
      </dgm:prSet>
      <dgm:spPr/>
    </dgm:pt>
    <dgm:pt modelId="{59C75685-12BF-4630-9E41-CE3DF2052F19}" type="pres">
      <dgm:prSet presAssocID="{4145FEAE-9E65-44B6-8DE8-B5B4A5BAD8FE}" presName="compNode" presStyleCnt="0"/>
      <dgm:spPr/>
    </dgm:pt>
    <dgm:pt modelId="{E62B6150-FBD3-49E1-98FE-C6D11CFC0FC9}" type="pres">
      <dgm:prSet presAssocID="{4145FEAE-9E65-44B6-8DE8-B5B4A5BAD8FE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D10E095-385B-4EB0-9B10-7969ABFBD535}" type="pres">
      <dgm:prSet presAssocID="{4145FEAE-9E65-44B6-8DE8-B5B4A5BAD8F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CFA8E3A-8FCF-4869-AE23-2A574D4744F0}" type="pres">
      <dgm:prSet presAssocID="{4145FEAE-9E65-44B6-8DE8-B5B4A5BAD8FE}" presName="spaceRect" presStyleCnt="0"/>
      <dgm:spPr/>
    </dgm:pt>
    <dgm:pt modelId="{749D0DB6-97F2-4C29-9525-8A84140D5B0E}" type="pres">
      <dgm:prSet presAssocID="{4145FEAE-9E65-44B6-8DE8-B5B4A5BAD8FE}" presName="textRect" presStyleLbl="revTx" presStyleIdx="0" presStyleCnt="3">
        <dgm:presLayoutVars>
          <dgm:chMax val="1"/>
          <dgm:chPref val="1"/>
        </dgm:presLayoutVars>
      </dgm:prSet>
      <dgm:spPr/>
    </dgm:pt>
    <dgm:pt modelId="{17D24A68-ABE8-4F36-ABF2-CE89C02DCCB1}" type="pres">
      <dgm:prSet presAssocID="{08A42002-F405-4E6E-8FA6-4643007EA377}" presName="sibTrans" presStyleCnt="0"/>
      <dgm:spPr/>
    </dgm:pt>
    <dgm:pt modelId="{ADE17FC9-A05B-4744-8C4F-948BCF89DF71}" type="pres">
      <dgm:prSet presAssocID="{5BD3EDE1-5C6C-4155-9D66-62D176F0D1F2}" presName="compNode" presStyleCnt="0"/>
      <dgm:spPr/>
    </dgm:pt>
    <dgm:pt modelId="{16AC38CD-A4E9-4DDB-9E78-291B0F5140F0}" type="pres">
      <dgm:prSet presAssocID="{5BD3EDE1-5C6C-4155-9D66-62D176F0D1F2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E9ED4F8-3182-4091-A512-843B2B61EE84}" type="pres">
      <dgm:prSet presAssocID="{5BD3EDE1-5C6C-4155-9D66-62D176F0D1F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C89E1A14-90B7-4152-A261-53124A117673}" type="pres">
      <dgm:prSet presAssocID="{5BD3EDE1-5C6C-4155-9D66-62D176F0D1F2}" presName="spaceRect" presStyleCnt="0"/>
      <dgm:spPr/>
    </dgm:pt>
    <dgm:pt modelId="{58DEBA9D-EC14-48F4-B378-57104F414B01}" type="pres">
      <dgm:prSet presAssocID="{5BD3EDE1-5C6C-4155-9D66-62D176F0D1F2}" presName="textRect" presStyleLbl="revTx" presStyleIdx="1" presStyleCnt="3">
        <dgm:presLayoutVars>
          <dgm:chMax val="1"/>
          <dgm:chPref val="1"/>
        </dgm:presLayoutVars>
      </dgm:prSet>
      <dgm:spPr/>
    </dgm:pt>
    <dgm:pt modelId="{1D555ADA-E70C-4C0A-8F41-B9FF98026A7B}" type="pres">
      <dgm:prSet presAssocID="{A8BB0212-770D-47E5-8821-C0A102136599}" presName="sibTrans" presStyleCnt="0"/>
      <dgm:spPr/>
    </dgm:pt>
    <dgm:pt modelId="{548B5F37-FB73-47AE-8E8E-8B51886133D3}" type="pres">
      <dgm:prSet presAssocID="{4B97D00C-2708-479C-9B9F-CC98B5426770}" presName="compNode" presStyleCnt="0"/>
      <dgm:spPr/>
    </dgm:pt>
    <dgm:pt modelId="{2786F4F1-D774-4EBD-92D6-2BD4AD2CAF79}" type="pres">
      <dgm:prSet presAssocID="{4B97D00C-2708-479C-9B9F-CC98B5426770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20A0540-A2AE-4937-A8E4-07097E941146}" type="pres">
      <dgm:prSet presAssocID="{4B97D00C-2708-479C-9B9F-CC98B542677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392934A4-74F1-4022-98CF-AB61D1D758EA}" type="pres">
      <dgm:prSet presAssocID="{4B97D00C-2708-479C-9B9F-CC98B5426770}" presName="spaceRect" presStyleCnt="0"/>
      <dgm:spPr/>
    </dgm:pt>
    <dgm:pt modelId="{FFA667B1-5D08-42D9-8D48-865230BFF96C}" type="pres">
      <dgm:prSet presAssocID="{4B97D00C-2708-479C-9B9F-CC98B542677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C83E763-1179-41BA-99A6-058A9BCDC2B5}" srcId="{C3D54E6B-6E93-4793-A9E4-5A2B99BB3E6A}" destId="{5BD3EDE1-5C6C-4155-9D66-62D176F0D1F2}" srcOrd="1" destOrd="0" parTransId="{57FFC35E-6C97-4300-A4F7-281AF8A68D39}" sibTransId="{A8BB0212-770D-47E5-8821-C0A102136599}"/>
    <dgm:cxn modelId="{4E32C554-812D-474F-A1F1-CFB42B364367}" type="presOf" srcId="{5BD3EDE1-5C6C-4155-9D66-62D176F0D1F2}" destId="{58DEBA9D-EC14-48F4-B378-57104F414B01}" srcOrd="0" destOrd="0" presId="urn:microsoft.com/office/officeart/2018/5/layout/IconLeafLabelList"/>
    <dgm:cxn modelId="{987D6C88-3870-45B5-A476-C10C62FBDD41}" type="presOf" srcId="{4B97D00C-2708-479C-9B9F-CC98B5426770}" destId="{FFA667B1-5D08-42D9-8D48-865230BFF96C}" srcOrd="0" destOrd="0" presId="urn:microsoft.com/office/officeart/2018/5/layout/IconLeafLabelList"/>
    <dgm:cxn modelId="{4BE62CB1-22CE-4872-A37E-2884C43B43A8}" srcId="{C3D54E6B-6E93-4793-A9E4-5A2B99BB3E6A}" destId="{4145FEAE-9E65-44B6-8DE8-B5B4A5BAD8FE}" srcOrd="0" destOrd="0" parTransId="{DF8DF0B3-E9AD-4BB6-BE2D-038A6E3D074C}" sibTransId="{08A42002-F405-4E6E-8FA6-4643007EA377}"/>
    <dgm:cxn modelId="{DA84EBBC-A08B-4F97-B52C-9E1D3D4D5959}" srcId="{C3D54E6B-6E93-4793-A9E4-5A2B99BB3E6A}" destId="{4B97D00C-2708-479C-9B9F-CC98B5426770}" srcOrd="2" destOrd="0" parTransId="{DD45A1D3-5706-4CC5-867F-A8B0C45B3985}" sibTransId="{CD28B379-82C2-4F77-8BB7-7226867DE998}"/>
    <dgm:cxn modelId="{A447A0BF-A2A7-48D4-A0BF-693B5EB84D98}" type="presOf" srcId="{C3D54E6B-6E93-4793-A9E4-5A2B99BB3E6A}" destId="{33193FAF-3E75-4C7C-B77F-3C973EBD8630}" srcOrd="0" destOrd="0" presId="urn:microsoft.com/office/officeart/2018/5/layout/IconLeafLabelList"/>
    <dgm:cxn modelId="{468FC6F5-D678-4793-839E-6D80EB983108}" type="presOf" srcId="{4145FEAE-9E65-44B6-8DE8-B5B4A5BAD8FE}" destId="{749D0DB6-97F2-4C29-9525-8A84140D5B0E}" srcOrd="0" destOrd="0" presId="urn:microsoft.com/office/officeart/2018/5/layout/IconLeafLabelList"/>
    <dgm:cxn modelId="{5740D5AE-97E4-48D3-8950-F3A6C1C1A0FA}" type="presParOf" srcId="{33193FAF-3E75-4C7C-B77F-3C973EBD8630}" destId="{59C75685-12BF-4630-9E41-CE3DF2052F19}" srcOrd="0" destOrd="0" presId="urn:microsoft.com/office/officeart/2018/5/layout/IconLeafLabelList"/>
    <dgm:cxn modelId="{2B16ABD3-21AE-474D-99C0-80E64F271C43}" type="presParOf" srcId="{59C75685-12BF-4630-9E41-CE3DF2052F19}" destId="{E62B6150-FBD3-49E1-98FE-C6D11CFC0FC9}" srcOrd="0" destOrd="0" presId="urn:microsoft.com/office/officeart/2018/5/layout/IconLeafLabelList"/>
    <dgm:cxn modelId="{BAC59361-7C5D-4F84-98DB-EBD5E83398AA}" type="presParOf" srcId="{59C75685-12BF-4630-9E41-CE3DF2052F19}" destId="{8D10E095-385B-4EB0-9B10-7969ABFBD535}" srcOrd="1" destOrd="0" presId="urn:microsoft.com/office/officeart/2018/5/layout/IconLeafLabelList"/>
    <dgm:cxn modelId="{C121FD27-8D1F-4113-91DD-A4B706833D8A}" type="presParOf" srcId="{59C75685-12BF-4630-9E41-CE3DF2052F19}" destId="{ACFA8E3A-8FCF-4869-AE23-2A574D4744F0}" srcOrd="2" destOrd="0" presId="urn:microsoft.com/office/officeart/2018/5/layout/IconLeafLabelList"/>
    <dgm:cxn modelId="{39DDDF14-81FE-4BCB-B2A8-09B931326A95}" type="presParOf" srcId="{59C75685-12BF-4630-9E41-CE3DF2052F19}" destId="{749D0DB6-97F2-4C29-9525-8A84140D5B0E}" srcOrd="3" destOrd="0" presId="urn:microsoft.com/office/officeart/2018/5/layout/IconLeafLabelList"/>
    <dgm:cxn modelId="{1FCFF249-B822-4DE6-B7FC-5CBB49382179}" type="presParOf" srcId="{33193FAF-3E75-4C7C-B77F-3C973EBD8630}" destId="{17D24A68-ABE8-4F36-ABF2-CE89C02DCCB1}" srcOrd="1" destOrd="0" presId="urn:microsoft.com/office/officeart/2018/5/layout/IconLeafLabelList"/>
    <dgm:cxn modelId="{053343DF-FC1A-4510-8B4E-E6EE64ED749D}" type="presParOf" srcId="{33193FAF-3E75-4C7C-B77F-3C973EBD8630}" destId="{ADE17FC9-A05B-4744-8C4F-948BCF89DF71}" srcOrd="2" destOrd="0" presId="urn:microsoft.com/office/officeart/2018/5/layout/IconLeafLabelList"/>
    <dgm:cxn modelId="{11F013CB-3A2C-4280-9C58-44F25BB0CDC4}" type="presParOf" srcId="{ADE17FC9-A05B-4744-8C4F-948BCF89DF71}" destId="{16AC38CD-A4E9-4DDB-9E78-291B0F5140F0}" srcOrd="0" destOrd="0" presId="urn:microsoft.com/office/officeart/2018/5/layout/IconLeafLabelList"/>
    <dgm:cxn modelId="{D943E916-6A16-483E-BD5C-F68D279C3B3C}" type="presParOf" srcId="{ADE17FC9-A05B-4744-8C4F-948BCF89DF71}" destId="{2E9ED4F8-3182-4091-A512-843B2B61EE84}" srcOrd="1" destOrd="0" presId="urn:microsoft.com/office/officeart/2018/5/layout/IconLeafLabelList"/>
    <dgm:cxn modelId="{0694CDF3-284C-4CDD-984B-B8F0F1BE4922}" type="presParOf" srcId="{ADE17FC9-A05B-4744-8C4F-948BCF89DF71}" destId="{C89E1A14-90B7-4152-A261-53124A117673}" srcOrd="2" destOrd="0" presId="urn:microsoft.com/office/officeart/2018/5/layout/IconLeafLabelList"/>
    <dgm:cxn modelId="{AAFBEF15-52B0-4ADF-9BE0-2EA7AA1EB7D1}" type="presParOf" srcId="{ADE17FC9-A05B-4744-8C4F-948BCF89DF71}" destId="{58DEBA9D-EC14-48F4-B378-57104F414B01}" srcOrd="3" destOrd="0" presId="urn:microsoft.com/office/officeart/2018/5/layout/IconLeafLabelList"/>
    <dgm:cxn modelId="{21E279A4-C327-4CEE-B82A-F1F9D5A148F3}" type="presParOf" srcId="{33193FAF-3E75-4C7C-B77F-3C973EBD8630}" destId="{1D555ADA-E70C-4C0A-8F41-B9FF98026A7B}" srcOrd="3" destOrd="0" presId="urn:microsoft.com/office/officeart/2018/5/layout/IconLeafLabelList"/>
    <dgm:cxn modelId="{DF310404-9C35-4CDC-9FAD-CAF2F0E332CF}" type="presParOf" srcId="{33193FAF-3E75-4C7C-B77F-3C973EBD8630}" destId="{548B5F37-FB73-47AE-8E8E-8B51886133D3}" srcOrd="4" destOrd="0" presId="urn:microsoft.com/office/officeart/2018/5/layout/IconLeafLabelList"/>
    <dgm:cxn modelId="{72CB3428-C4AA-434F-90C9-08C77A1D3B64}" type="presParOf" srcId="{548B5F37-FB73-47AE-8E8E-8B51886133D3}" destId="{2786F4F1-D774-4EBD-92D6-2BD4AD2CAF79}" srcOrd="0" destOrd="0" presId="urn:microsoft.com/office/officeart/2018/5/layout/IconLeafLabelList"/>
    <dgm:cxn modelId="{4AAE49F7-82E0-455D-A1DC-3022D8978665}" type="presParOf" srcId="{548B5F37-FB73-47AE-8E8E-8B51886133D3}" destId="{820A0540-A2AE-4937-A8E4-07097E941146}" srcOrd="1" destOrd="0" presId="urn:microsoft.com/office/officeart/2018/5/layout/IconLeafLabelList"/>
    <dgm:cxn modelId="{8E82104B-B100-4143-A245-0CB6E86F287B}" type="presParOf" srcId="{548B5F37-FB73-47AE-8E8E-8B51886133D3}" destId="{392934A4-74F1-4022-98CF-AB61D1D758EA}" srcOrd="2" destOrd="0" presId="urn:microsoft.com/office/officeart/2018/5/layout/IconLeafLabelList"/>
    <dgm:cxn modelId="{022B83E8-8184-4604-B426-4C967BC846E0}" type="presParOf" srcId="{548B5F37-FB73-47AE-8E8E-8B51886133D3}" destId="{FFA667B1-5D08-42D9-8D48-865230BFF96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75457AF-454E-4D1F-8E1E-92B153FE19D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3BE32B7-7947-4037-82A2-3290B79FD835}">
      <dgm:prSet/>
      <dgm:spPr/>
      <dgm:t>
        <a:bodyPr/>
        <a:lstStyle/>
        <a:p>
          <a:r>
            <a:rPr lang="en-US"/>
            <a:t>Total images: 752</a:t>
          </a:r>
        </a:p>
      </dgm:t>
    </dgm:pt>
    <dgm:pt modelId="{D51ED5D2-323F-40F3-886B-DB515E27FE5F}" type="parTrans" cxnId="{D6D15613-41EC-4C3E-91B0-82775F65F9B2}">
      <dgm:prSet/>
      <dgm:spPr/>
      <dgm:t>
        <a:bodyPr/>
        <a:lstStyle/>
        <a:p>
          <a:endParaRPr lang="en-US"/>
        </a:p>
      </dgm:t>
    </dgm:pt>
    <dgm:pt modelId="{31214B1F-C697-40B2-B797-D54FEEE7C722}" type="sibTrans" cxnId="{D6D15613-41EC-4C3E-91B0-82775F65F9B2}">
      <dgm:prSet/>
      <dgm:spPr/>
      <dgm:t>
        <a:bodyPr/>
        <a:lstStyle/>
        <a:p>
          <a:endParaRPr lang="en-US"/>
        </a:p>
      </dgm:t>
    </dgm:pt>
    <dgm:pt modelId="{BC8E1F86-758A-4E88-9DD0-4FBDCAC163C3}">
      <dgm:prSet/>
      <dgm:spPr/>
      <dgm:t>
        <a:bodyPr/>
        <a:lstStyle/>
        <a:p>
          <a:r>
            <a:rPr lang="en-US"/>
            <a:t>• Classes: primary short-circuit traces (PSCT), secondary short-circuit traces (SSCT)</a:t>
          </a:r>
        </a:p>
      </dgm:t>
    </dgm:pt>
    <dgm:pt modelId="{0416E799-9F15-4690-A607-19C9108AFDD1}" type="parTrans" cxnId="{6B8D01E8-1291-4136-A872-8B36122C7BD0}">
      <dgm:prSet/>
      <dgm:spPr/>
      <dgm:t>
        <a:bodyPr/>
        <a:lstStyle/>
        <a:p>
          <a:endParaRPr lang="en-US"/>
        </a:p>
      </dgm:t>
    </dgm:pt>
    <dgm:pt modelId="{2A4CAE86-94C8-491C-8771-4770618CBEF7}" type="sibTrans" cxnId="{6B8D01E8-1291-4136-A872-8B36122C7BD0}">
      <dgm:prSet/>
      <dgm:spPr/>
      <dgm:t>
        <a:bodyPr/>
        <a:lstStyle/>
        <a:p>
          <a:endParaRPr lang="en-US"/>
        </a:p>
      </dgm:t>
    </dgm:pt>
    <dgm:pt modelId="{C9620AB3-404C-4EE1-B419-7084E2777632}">
      <dgm:prSet/>
      <dgm:spPr/>
      <dgm:t>
        <a:bodyPr/>
        <a:lstStyle/>
        <a:p>
          <a:r>
            <a:rPr lang="en-US"/>
            <a:t>• Split: 80% training, 20% testing</a:t>
          </a:r>
        </a:p>
      </dgm:t>
    </dgm:pt>
    <dgm:pt modelId="{D1F37F32-5D44-41F4-AF70-FF98766874FD}" type="parTrans" cxnId="{C2883687-41B0-4140-BDE7-1DAB9909C69F}">
      <dgm:prSet/>
      <dgm:spPr/>
      <dgm:t>
        <a:bodyPr/>
        <a:lstStyle/>
        <a:p>
          <a:endParaRPr lang="en-US"/>
        </a:p>
      </dgm:t>
    </dgm:pt>
    <dgm:pt modelId="{9FDB0A13-267F-42CD-B4EF-DE13C4687C54}" type="sibTrans" cxnId="{C2883687-41B0-4140-BDE7-1DAB9909C69F}">
      <dgm:prSet/>
      <dgm:spPr/>
      <dgm:t>
        <a:bodyPr/>
        <a:lstStyle/>
        <a:p>
          <a:endParaRPr lang="en-US"/>
        </a:p>
      </dgm:t>
    </dgm:pt>
    <dgm:pt modelId="{19F353BD-E6FB-4293-8451-7DB2C285EF6F}">
      <dgm:prSet/>
      <dgm:spPr/>
      <dgm:t>
        <a:bodyPr/>
        <a:lstStyle/>
        <a:p>
          <a:r>
            <a:rPr lang="en-US"/>
            <a:t>• Augmentation: rotation, zoom, flip, brightness</a:t>
          </a:r>
        </a:p>
      </dgm:t>
    </dgm:pt>
    <dgm:pt modelId="{2FE7D748-5425-4916-BFE8-184BBFABB0A9}" type="parTrans" cxnId="{5765DE6B-C1AA-4438-9067-C15160FAD59E}">
      <dgm:prSet/>
      <dgm:spPr/>
      <dgm:t>
        <a:bodyPr/>
        <a:lstStyle/>
        <a:p>
          <a:endParaRPr lang="en-US"/>
        </a:p>
      </dgm:t>
    </dgm:pt>
    <dgm:pt modelId="{2FE50A11-92EF-4DDF-BA20-AC54C4E5536B}" type="sibTrans" cxnId="{5765DE6B-C1AA-4438-9067-C15160FAD59E}">
      <dgm:prSet/>
      <dgm:spPr/>
      <dgm:t>
        <a:bodyPr/>
        <a:lstStyle/>
        <a:p>
          <a:endParaRPr lang="en-US"/>
        </a:p>
      </dgm:t>
    </dgm:pt>
    <dgm:pt modelId="{EF52EB34-83C3-46D7-A543-964DF73F808B}" type="pres">
      <dgm:prSet presAssocID="{775457AF-454E-4D1F-8E1E-92B153FE19DB}" presName="root" presStyleCnt="0">
        <dgm:presLayoutVars>
          <dgm:dir/>
          <dgm:resizeHandles val="exact"/>
        </dgm:presLayoutVars>
      </dgm:prSet>
      <dgm:spPr/>
    </dgm:pt>
    <dgm:pt modelId="{D43CEBFC-7D8D-4E04-8BA1-DF88D8E577DD}" type="pres">
      <dgm:prSet presAssocID="{93BE32B7-7947-4037-82A2-3290B79FD835}" presName="compNode" presStyleCnt="0"/>
      <dgm:spPr/>
    </dgm:pt>
    <dgm:pt modelId="{4BDD8132-E257-4B42-80B6-94FAB6C11CBD}" type="pres">
      <dgm:prSet presAssocID="{93BE32B7-7947-4037-82A2-3290B79FD83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4B0970EE-40BC-4805-9DAB-3D55FB424850}" type="pres">
      <dgm:prSet presAssocID="{93BE32B7-7947-4037-82A2-3290B79FD835}" presName="spaceRect" presStyleCnt="0"/>
      <dgm:spPr/>
    </dgm:pt>
    <dgm:pt modelId="{BB4FCEF2-943A-4BF6-A70E-F68E8B54B49A}" type="pres">
      <dgm:prSet presAssocID="{93BE32B7-7947-4037-82A2-3290B79FD835}" presName="textRect" presStyleLbl="revTx" presStyleIdx="0" presStyleCnt="4">
        <dgm:presLayoutVars>
          <dgm:chMax val="1"/>
          <dgm:chPref val="1"/>
        </dgm:presLayoutVars>
      </dgm:prSet>
      <dgm:spPr/>
    </dgm:pt>
    <dgm:pt modelId="{662A2648-22D2-4B32-B6F6-E31A2AE6E5CE}" type="pres">
      <dgm:prSet presAssocID="{31214B1F-C697-40B2-B797-D54FEEE7C722}" presName="sibTrans" presStyleCnt="0"/>
      <dgm:spPr/>
    </dgm:pt>
    <dgm:pt modelId="{BC13C5EF-908A-4426-A25E-6E74DD41CC6C}" type="pres">
      <dgm:prSet presAssocID="{BC8E1F86-758A-4E88-9DD0-4FBDCAC163C3}" presName="compNode" presStyleCnt="0"/>
      <dgm:spPr/>
    </dgm:pt>
    <dgm:pt modelId="{ECD79130-2E43-4F4B-96C0-04C56F3D744F}" type="pres">
      <dgm:prSet presAssocID="{BC8E1F86-758A-4E88-9DD0-4FBDCAC163C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71E99CB8-7912-444C-88D1-1C223AE2528A}" type="pres">
      <dgm:prSet presAssocID="{BC8E1F86-758A-4E88-9DD0-4FBDCAC163C3}" presName="spaceRect" presStyleCnt="0"/>
      <dgm:spPr/>
    </dgm:pt>
    <dgm:pt modelId="{82FFF598-A23E-43F3-948A-72F6590EB5B6}" type="pres">
      <dgm:prSet presAssocID="{BC8E1F86-758A-4E88-9DD0-4FBDCAC163C3}" presName="textRect" presStyleLbl="revTx" presStyleIdx="1" presStyleCnt="4">
        <dgm:presLayoutVars>
          <dgm:chMax val="1"/>
          <dgm:chPref val="1"/>
        </dgm:presLayoutVars>
      </dgm:prSet>
      <dgm:spPr/>
    </dgm:pt>
    <dgm:pt modelId="{9852D482-255C-41AB-9332-452A0A5EDCC5}" type="pres">
      <dgm:prSet presAssocID="{2A4CAE86-94C8-491C-8771-4770618CBEF7}" presName="sibTrans" presStyleCnt="0"/>
      <dgm:spPr/>
    </dgm:pt>
    <dgm:pt modelId="{CE273EEB-DE43-4411-8AF3-16A7DAF039D8}" type="pres">
      <dgm:prSet presAssocID="{C9620AB3-404C-4EE1-B419-7084E2777632}" presName="compNode" presStyleCnt="0"/>
      <dgm:spPr/>
    </dgm:pt>
    <dgm:pt modelId="{7711D466-7460-49A5-8F12-C5D582D48B97}" type="pres">
      <dgm:prSet presAssocID="{C9620AB3-404C-4EE1-B419-7084E277763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F109BF5B-2233-4750-8210-666579320C02}" type="pres">
      <dgm:prSet presAssocID="{C9620AB3-404C-4EE1-B419-7084E2777632}" presName="spaceRect" presStyleCnt="0"/>
      <dgm:spPr/>
    </dgm:pt>
    <dgm:pt modelId="{976C42B9-B35D-4DD4-A67C-D636FE5C179E}" type="pres">
      <dgm:prSet presAssocID="{C9620AB3-404C-4EE1-B419-7084E2777632}" presName="textRect" presStyleLbl="revTx" presStyleIdx="2" presStyleCnt="4">
        <dgm:presLayoutVars>
          <dgm:chMax val="1"/>
          <dgm:chPref val="1"/>
        </dgm:presLayoutVars>
      </dgm:prSet>
      <dgm:spPr/>
    </dgm:pt>
    <dgm:pt modelId="{AA609765-DA52-4B80-8486-8A160D662E08}" type="pres">
      <dgm:prSet presAssocID="{9FDB0A13-267F-42CD-B4EF-DE13C4687C54}" presName="sibTrans" presStyleCnt="0"/>
      <dgm:spPr/>
    </dgm:pt>
    <dgm:pt modelId="{ECFA7842-0A18-44CE-B8A8-7E1420F8129B}" type="pres">
      <dgm:prSet presAssocID="{19F353BD-E6FB-4293-8451-7DB2C285EF6F}" presName="compNode" presStyleCnt="0"/>
      <dgm:spPr/>
    </dgm:pt>
    <dgm:pt modelId="{1A4053E5-27E0-48DA-BABB-E8B5C46B6573}" type="pres">
      <dgm:prSet presAssocID="{19F353BD-E6FB-4293-8451-7DB2C285EF6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oom Out"/>
        </a:ext>
      </dgm:extLst>
    </dgm:pt>
    <dgm:pt modelId="{0418206C-227F-4228-86F9-F57044B86F8C}" type="pres">
      <dgm:prSet presAssocID="{19F353BD-E6FB-4293-8451-7DB2C285EF6F}" presName="spaceRect" presStyleCnt="0"/>
      <dgm:spPr/>
    </dgm:pt>
    <dgm:pt modelId="{85FB80A8-6ACF-43E5-9DB5-93B2C647BD9B}" type="pres">
      <dgm:prSet presAssocID="{19F353BD-E6FB-4293-8451-7DB2C285EF6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6D15613-41EC-4C3E-91B0-82775F65F9B2}" srcId="{775457AF-454E-4D1F-8E1E-92B153FE19DB}" destId="{93BE32B7-7947-4037-82A2-3290B79FD835}" srcOrd="0" destOrd="0" parTransId="{D51ED5D2-323F-40F3-886B-DB515E27FE5F}" sibTransId="{31214B1F-C697-40B2-B797-D54FEEE7C722}"/>
    <dgm:cxn modelId="{10F23960-5807-4CCD-BC63-6EA1714147D2}" type="presOf" srcId="{93BE32B7-7947-4037-82A2-3290B79FD835}" destId="{BB4FCEF2-943A-4BF6-A70E-F68E8B54B49A}" srcOrd="0" destOrd="0" presId="urn:microsoft.com/office/officeart/2018/2/layout/IconLabelList"/>
    <dgm:cxn modelId="{4780B462-E0AF-497B-978F-A019FF43C15F}" type="presOf" srcId="{19F353BD-E6FB-4293-8451-7DB2C285EF6F}" destId="{85FB80A8-6ACF-43E5-9DB5-93B2C647BD9B}" srcOrd="0" destOrd="0" presId="urn:microsoft.com/office/officeart/2018/2/layout/IconLabelList"/>
    <dgm:cxn modelId="{5765DE6B-C1AA-4438-9067-C15160FAD59E}" srcId="{775457AF-454E-4D1F-8E1E-92B153FE19DB}" destId="{19F353BD-E6FB-4293-8451-7DB2C285EF6F}" srcOrd="3" destOrd="0" parTransId="{2FE7D748-5425-4916-BFE8-184BBFABB0A9}" sibTransId="{2FE50A11-92EF-4DDF-BA20-AC54C4E5536B}"/>
    <dgm:cxn modelId="{F03F8C57-16B5-4BFE-A60D-0A632E2ECEF5}" type="presOf" srcId="{C9620AB3-404C-4EE1-B419-7084E2777632}" destId="{976C42B9-B35D-4DD4-A67C-D636FE5C179E}" srcOrd="0" destOrd="0" presId="urn:microsoft.com/office/officeart/2018/2/layout/IconLabelList"/>
    <dgm:cxn modelId="{C2883687-41B0-4140-BDE7-1DAB9909C69F}" srcId="{775457AF-454E-4D1F-8E1E-92B153FE19DB}" destId="{C9620AB3-404C-4EE1-B419-7084E2777632}" srcOrd="2" destOrd="0" parTransId="{D1F37F32-5D44-41F4-AF70-FF98766874FD}" sibTransId="{9FDB0A13-267F-42CD-B4EF-DE13C4687C54}"/>
    <dgm:cxn modelId="{6B8D01E8-1291-4136-A872-8B36122C7BD0}" srcId="{775457AF-454E-4D1F-8E1E-92B153FE19DB}" destId="{BC8E1F86-758A-4E88-9DD0-4FBDCAC163C3}" srcOrd="1" destOrd="0" parTransId="{0416E799-9F15-4690-A607-19C9108AFDD1}" sibTransId="{2A4CAE86-94C8-491C-8771-4770618CBEF7}"/>
    <dgm:cxn modelId="{87E500F6-270F-4F14-A3C6-FCECB87A3177}" type="presOf" srcId="{BC8E1F86-758A-4E88-9DD0-4FBDCAC163C3}" destId="{82FFF598-A23E-43F3-948A-72F6590EB5B6}" srcOrd="0" destOrd="0" presId="urn:microsoft.com/office/officeart/2018/2/layout/IconLabelList"/>
    <dgm:cxn modelId="{184782FD-1166-41F3-AD52-F0C503A9B420}" type="presOf" srcId="{775457AF-454E-4D1F-8E1E-92B153FE19DB}" destId="{EF52EB34-83C3-46D7-A543-964DF73F808B}" srcOrd="0" destOrd="0" presId="urn:microsoft.com/office/officeart/2018/2/layout/IconLabelList"/>
    <dgm:cxn modelId="{89AC98DB-F7D3-44A4-B23C-110280665521}" type="presParOf" srcId="{EF52EB34-83C3-46D7-A543-964DF73F808B}" destId="{D43CEBFC-7D8D-4E04-8BA1-DF88D8E577DD}" srcOrd="0" destOrd="0" presId="urn:microsoft.com/office/officeart/2018/2/layout/IconLabelList"/>
    <dgm:cxn modelId="{71190E5D-B947-4B89-A9B5-7433E3BE3312}" type="presParOf" srcId="{D43CEBFC-7D8D-4E04-8BA1-DF88D8E577DD}" destId="{4BDD8132-E257-4B42-80B6-94FAB6C11CBD}" srcOrd="0" destOrd="0" presId="urn:microsoft.com/office/officeart/2018/2/layout/IconLabelList"/>
    <dgm:cxn modelId="{21711DD6-22F4-4C97-BE68-5DC18D3DD15D}" type="presParOf" srcId="{D43CEBFC-7D8D-4E04-8BA1-DF88D8E577DD}" destId="{4B0970EE-40BC-4805-9DAB-3D55FB424850}" srcOrd="1" destOrd="0" presId="urn:microsoft.com/office/officeart/2018/2/layout/IconLabelList"/>
    <dgm:cxn modelId="{82F8205C-2B66-4A6A-A0DD-1BD11321E82F}" type="presParOf" srcId="{D43CEBFC-7D8D-4E04-8BA1-DF88D8E577DD}" destId="{BB4FCEF2-943A-4BF6-A70E-F68E8B54B49A}" srcOrd="2" destOrd="0" presId="urn:microsoft.com/office/officeart/2018/2/layout/IconLabelList"/>
    <dgm:cxn modelId="{C760FB0B-A8E0-414E-8923-DE49D7FE14F8}" type="presParOf" srcId="{EF52EB34-83C3-46D7-A543-964DF73F808B}" destId="{662A2648-22D2-4B32-B6F6-E31A2AE6E5CE}" srcOrd="1" destOrd="0" presId="urn:microsoft.com/office/officeart/2018/2/layout/IconLabelList"/>
    <dgm:cxn modelId="{AEF27314-DAE6-48BF-85EC-71479E374D41}" type="presParOf" srcId="{EF52EB34-83C3-46D7-A543-964DF73F808B}" destId="{BC13C5EF-908A-4426-A25E-6E74DD41CC6C}" srcOrd="2" destOrd="0" presId="urn:microsoft.com/office/officeart/2018/2/layout/IconLabelList"/>
    <dgm:cxn modelId="{34DA62F0-F49C-474A-9814-76CFDE7ED646}" type="presParOf" srcId="{BC13C5EF-908A-4426-A25E-6E74DD41CC6C}" destId="{ECD79130-2E43-4F4B-96C0-04C56F3D744F}" srcOrd="0" destOrd="0" presId="urn:microsoft.com/office/officeart/2018/2/layout/IconLabelList"/>
    <dgm:cxn modelId="{49FE8519-0B14-44C4-AC96-D2529BE4EDAA}" type="presParOf" srcId="{BC13C5EF-908A-4426-A25E-6E74DD41CC6C}" destId="{71E99CB8-7912-444C-88D1-1C223AE2528A}" srcOrd="1" destOrd="0" presId="urn:microsoft.com/office/officeart/2018/2/layout/IconLabelList"/>
    <dgm:cxn modelId="{399DE62A-52E1-4EF3-9D26-0A81D6E4E5BC}" type="presParOf" srcId="{BC13C5EF-908A-4426-A25E-6E74DD41CC6C}" destId="{82FFF598-A23E-43F3-948A-72F6590EB5B6}" srcOrd="2" destOrd="0" presId="urn:microsoft.com/office/officeart/2018/2/layout/IconLabelList"/>
    <dgm:cxn modelId="{390B9BAB-EBB2-48BD-B778-1D89592980BF}" type="presParOf" srcId="{EF52EB34-83C3-46D7-A543-964DF73F808B}" destId="{9852D482-255C-41AB-9332-452A0A5EDCC5}" srcOrd="3" destOrd="0" presId="urn:microsoft.com/office/officeart/2018/2/layout/IconLabelList"/>
    <dgm:cxn modelId="{F572E8A0-3DC6-4885-8821-435F83928AA8}" type="presParOf" srcId="{EF52EB34-83C3-46D7-A543-964DF73F808B}" destId="{CE273EEB-DE43-4411-8AF3-16A7DAF039D8}" srcOrd="4" destOrd="0" presId="urn:microsoft.com/office/officeart/2018/2/layout/IconLabelList"/>
    <dgm:cxn modelId="{B1F573BA-2EBD-4FEC-BB3F-E14773B4AA65}" type="presParOf" srcId="{CE273EEB-DE43-4411-8AF3-16A7DAF039D8}" destId="{7711D466-7460-49A5-8F12-C5D582D48B97}" srcOrd="0" destOrd="0" presId="urn:microsoft.com/office/officeart/2018/2/layout/IconLabelList"/>
    <dgm:cxn modelId="{299936EF-E650-4BD1-B533-7D9935EEC5A7}" type="presParOf" srcId="{CE273EEB-DE43-4411-8AF3-16A7DAF039D8}" destId="{F109BF5B-2233-4750-8210-666579320C02}" srcOrd="1" destOrd="0" presId="urn:microsoft.com/office/officeart/2018/2/layout/IconLabelList"/>
    <dgm:cxn modelId="{0FBF95E1-2554-46E5-9FD4-786E114BE2E9}" type="presParOf" srcId="{CE273EEB-DE43-4411-8AF3-16A7DAF039D8}" destId="{976C42B9-B35D-4DD4-A67C-D636FE5C179E}" srcOrd="2" destOrd="0" presId="urn:microsoft.com/office/officeart/2018/2/layout/IconLabelList"/>
    <dgm:cxn modelId="{D0B86840-C8D0-42BE-BC87-DB1A9E84FEA2}" type="presParOf" srcId="{EF52EB34-83C3-46D7-A543-964DF73F808B}" destId="{AA609765-DA52-4B80-8486-8A160D662E08}" srcOrd="5" destOrd="0" presId="urn:microsoft.com/office/officeart/2018/2/layout/IconLabelList"/>
    <dgm:cxn modelId="{39456D09-60B4-45B5-BFD1-05450D3B8CE6}" type="presParOf" srcId="{EF52EB34-83C3-46D7-A543-964DF73F808B}" destId="{ECFA7842-0A18-44CE-B8A8-7E1420F8129B}" srcOrd="6" destOrd="0" presId="urn:microsoft.com/office/officeart/2018/2/layout/IconLabelList"/>
    <dgm:cxn modelId="{F56AA0E4-EE64-4776-A89F-468C5BC85506}" type="presParOf" srcId="{ECFA7842-0A18-44CE-B8A8-7E1420F8129B}" destId="{1A4053E5-27E0-48DA-BABB-E8B5C46B6573}" srcOrd="0" destOrd="0" presId="urn:microsoft.com/office/officeart/2018/2/layout/IconLabelList"/>
    <dgm:cxn modelId="{4BEA51A0-F221-472E-AB82-E3A8AD22530D}" type="presParOf" srcId="{ECFA7842-0A18-44CE-B8A8-7E1420F8129B}" destId="{0418206C-227F-4228-86F9-F57044B86F8C}" srcOrd="1" destOrd="0" presId="urn:microsoft.com/office/officeart/2018/2/layout/IconLabelList"/>
    <dgm:cxn modelId="{D6FFB3C6-05AA-4272-8D08-17C112AD56D5}" type="presParOf" srcId="{ECFA7842-0A18-44CE-B8A8-7E1420F8129B}" destId="{85FB80A8-6ACF-43E5-9DB5-93B2C647BD9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9DF405E-487E-4C9A-8475-84ECDED9282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11B3B64-9330-4D8E-A836-66628B73F7A0}">
      <dgm:prSet/>
      <dgm:spPr/>
      <dgm:t>
        <a:bodyPr/>
        <a:lstStyle/>
        <a:p>
          <a:r>
            <a:rPr lang="en-US"/>
            <a:t>EfficientNet: 96.05% accuracy</a:t>
          </a:r>
        </a:p>
      </dgm:t>
    </dgm:pt>
    <dgm:pt modelId="{5B605694-3C2D-41E9-8702-19E87A00CBE1}" type="parTrans" cxnId="{99C524F0-97FB-4C6C-8E0B-A120A00990A5}">
      <dgm:prSet/>
      <dgm:spPr/>
      <dgm:t>
        <a:bodyPr/>
        <a:lstStyle/>
        <a:p>
          <a:endParaRPr lang="en-US"/>
        </a:p>
      </dgm:t>
    </dgm:pt>
    <dgm:pt modelId="{944C5613-4FBD-46FB-A5C8-93BA13BF80AC}" type="sibTrans" cxnId="{99C524F0-97FB-4C6C-8E0B-A120A00990A5}">
      <dgm:prSet/>
      <dgm:spPr/>
      <dgm:t>
        <a:bodyPr/>
        <a:lstStyle/>
        <a:p>
          <a:endParaRPr lang="en-US"/>
        </a:p>
      </dgm:t>
    </dgm:pt>
    <dgm:pt modelId="{5580D80E-3D81-4577-9F8A-E2A0E569E231}">
      <dgm:prSet/>
      <dgm:spPr/>
      <dgm:t>
        <a:bodyPr/>
        <a:lstStyle/>
        <a:p>
          <a:r>
            <a:rPr lang="en-US"/>
            <a:t>• MobileNetV3: stable performance</a:t>
          </a:r>
        </a:p>
      </dgm:t>
    </dgm:pt>
    <dgm:pt modelId="{4CCFE2AC-B3C8-410E-B02F-2FBE46B558B3}" type="parTrans" cxnId="{2F1D291C-D115-4BBF-979E-A81CF5724306}">
      <dgm:prSet/>
      <dgm:spPr/>
      <dgm:t>
        <a:bodyPr/>
        <a:lstStyle/>
        <a:p>
          <a:endParaRPr lang="en-US"/>
        </a:p>
      </dgm:t>
    </dgm:pt>
    <dgm:pt modelId="{5C34A573-1FDA-482F-88EB-B60A80768AD5}" type="sibTrans" cxnId="{2F1D291C-D115-4BBF-979E-A81CF5724306}">
      <dgm:prSet/>
      <dgm:spPr/>
      <dgm:t>
        <a:bodyPr/>
        <a:lstStyle/>
        <a:p>
          <a:endParaRPr lang="en-US"/>
        </a:p>
      </dgm:t>
    </dgm:pt>
    <dgm:pt modelId="{167F29BC-39E6-4262-89B9-09B4ABD949CA}">
      <dgm:prSet/>
      <dgm:spPr/>
      <dgm:t>
        <a:bodyPr/>
        <a:lstStyle/>
        <a:p>
          <a:r>
            <a:rPr lang="en-US"/>
            <a:t>• MobileNetV2: efficient and fast</a:t>
          </a:r>
        </a:p>
      </dgm:t>
    </dgm:pt>
    <dgm:pt modelId="{63AC5EE4-F176-4D94-941F-DE11F8242E30}" type="parTrans" cxnId="{C520048A-3C8E-4E3F-8243-8E846F462890}">
      <dgm:prSet/>
      <dgm:spPr/>
      <dgm:t>
        <a:bodyPr/>
        <a:lstStyle/>
        <a:p>
          <a:endParaRPr lang="en-US"/>
        </a:p>
      </dgm:t>
    </dgm:pt>
    <dgm:pt modelId="{EF19E532-AEE5-4F60-89C0-6E1E26952520}" type="sibTrans" cxnId="{C520048A-3C8E-4E3F-8243-8E846F462890}">
      <dgm:prSet/>
      <dgm:spPr/>
      <dgm:t>
        <a:bodyPr/>
        <a:lstStyle/>
        <a:p>
          <a:endParaRPr lang="en-US"/>
        </a:p>
      </dgm:t>
    </dgm:pt>
    <dgm:pt modelId="{93F01F3F-7E47-43CD-9C03-A1EE9D507779}" type="pres">
      <dgm:prSet presAssocID="{79DF405E-487E-4C9A-8475-84ECDED9282E}" presName="linear" presStyleCnt="0">
        <dgm:presLayoutVars>
          <dgm:animLvl val="lvl"/>
          <dgm:resizeHandles val="exact"/>
        </dgm:presLayoutVars>
      </dgm:prSet>
      <dgm:spPr/>
    </dgm:pt>
    <dgm:pt modelId="{BF76993A-EB27-4EFC-816E-62F48AE035A1}" type="pres">
      <dgm:prSet presAssocID="{211B3B64-9330-4D8E-A836-66628B73F7A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1BC3AB3-C065-408E-9190-9EADE7B7195E}" type="pres">
      <dgm:prSet presAssocID="{944C5613-4FBD-46FB-A5C8-93BA13BF80AC}" presName="spacer" presStyleCnt="0"/>
      <dgm:spPr/>
    </dgm:pt>
    <dgm:pt modelId="{6E726330-70F6-4D8F-BDC5-6BB30682935C}" type="pres">
      <dgm:prSet presAssocID="{5580D80E-3D81-4577-9F8A-E2A0E569E23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A42EA77-6B68-4B63-9E12-2028BCFA5E4F}" type="pres">
      <dgm:prSet presAssocID="{5C34A573-1FDA-482F-88EB-B60A80768AD5}" presName="spacer" presStyleCnt="0"/>
      <dgm:spPr/>
    </dgm:pt>
    <dgm:pt modelId="{E0CAC9A5-206E-4F32-B1EC-71D5B14E504C}" type="pres">
      <dgm:prSet presAssocID="{167F29BC-39E6-4262-89B9-09B4ABD949C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F1D291C-D115-4BBF-979E-A81CF5724306}" srcId="{79DF405E-487E-4C9A-8475-84ECDED9282E}" destId="{5580D80E-3D81-4577-9F8A-E2A0E569E231}" srcOrd="1" destOrd="0" parTransId="{4CCFE2AC-B3C8-410E-B02F-2FBE46B558B3}" sibTransId="{5C34A573-1FDA-482F-88EB-B60A80768AD5}"/>
    <dgm:cxn modelId="{C520048A-3C8E-4E3F-8243-8E846F462890}" srcId="{79DF405E-487E-4C9A-8475-84ECDED9282E}" destId="{167F29BC-39E6-4262-89B9-09B4ABD949CA}" srcOrd="2" destOrd="0" parTransId="{63AC5EE4-F176-4D94-941F-DE11F8242E30}" sibTransId="{EF19E532-AEE5-4F60-89C0-6E1E26952520}"/>
    <dgm:cxn modelId="{EF9DA1BA-179E-4C94-A74A-F16B60F1974D}" type="presOf" srcId="{211B3B64-9330-4D8E-A836-66628B73F7A0}" destId="{BF76993A-EB27-4EFC-816E-62F48AE035A1}" srcOrd="0" destOrd="0" presId="urn:microsoft.com/office/officeart/2005/8/layout/vList2"/>
    <dgm:cxn modelId="{843D25C2-0D1B-4582-85CC-5DA8A0B0FBEE}" type="presOf" srcId="{167F29BC-39E6-4262-89B9-09B4ABD949CA}" destId="{E0CAC9A5-206E-4F32-B1EC-71D5B14E504C}" srcOrd="0" destOrd="0" presId="urn:microsoft.com/office/officeart/2005/8/layout/vList2"/>
    <dgm:cxn modelId="{BDA044DE-AF5A-471E-A50E-82F17F468BC7}" type="presOf" srcId="{79DF405E-487E-4C9A-8475-84ECDED9282E}" destId="{93F01F3F-7E47-43CD-9C03-A1EE9D507779}" srcOrd="0" destOrd="0" presId="urn:microsoft.com/office/officeart/2005/8/layout/vList2"/>
    <dgm:cxn modelId="{99C524F0-97FB-4C6C-8E0B-A120A00990A5}" srcId="{79DF405E-487E-4C9A-8475-84ECDED9282E}" destId="{211B3B64-9330-4D8E-A836-66628B73F7A0}" srcOrd="0" destOrd="0" parTransId="{5B605694-3C2D-41E9-8702-19E87A00CBE1}" sibTransId="{944C5613-4FBD-46FB-A5C8-93BA13BF80AC}"/>
    <dgm:cxn modelId="{AF537AF9-2082-4298-8572-A9EC4237FA6B}" type="presOf" srcId="{5580D80E-3D81-4577-9F8A-E2A0E569E231}" destId="{6E726330-70F6-4D8F-BDC5-6BB30682935C}" srcOrd="0" destOrd="0" presId="urn:microsoft.com/office/officeart/2005/8/layout/vList2"/>
    <dgm:cxn modelId="{A94889DC-C899-4701-9DD7-0AB9FFA85EC3}" type="presParOf" srcId="{93F01F3F-7E47-43CD-9C03-A1EE9D507779}" destId="{BF76993A-EB27-4EFC-816E-62F48AE035A1}" srcOrd="0" destOrd="0" presId="urn:microsoft.com/office/officeart/2005/8/layout/vList2"/>
    <dgm:cxn modelId="{C464738D-E85D-4A10-8C0E-9ECF6032C34C}" type="presParOf" srcId="{93F01F3F-7E47-43CD-9C03-A1EE9D507779}" destId="{D1BC3AB3-C065-408E-9190-9EADE7B7195E}" srcOrd="1" destOrd="0" presId="urn:microsoft.com/office/officeart/2005/8/layout/vList2"/>
    <dgm:cxn modelId="{5680A745-0E01-436D-B1C7-F8C92C8284E3}" type="presParOf" srcId="{93F01F3F-7E47-43CD-9C03-A1EE9D507779}" destId="{6E726330-70F6-4D8F-BDC5-6BB30682935C}" srcOrd="2" destOrd="0" presId="urn:microsoft.com/office/officeart/2005/8/layout/vList2"/>
    <dgm:cxn modelId="{A688C011-E1ED-4364-AA72-7E479E3251EF}" type="presParOf" srcId="{93F01F3F-7E47-43CD-9C03-A1EE9D507779}" destId="{5A42EA77-6B68-4B63-9E12-2028BCFA5E4F}" srcOrd="3" destOrd="0" presId="urn:microsoft.com/office/officeart/2005/8/layout/vList2"/>
    <dgm:cxn modelId="{9D16EF03-E4E3-4D1C-809E-1F58113DDC02}" type="presParOf" srcId="{93F01F3F-7E47-43CD-9C03-A1EE9D507779}" destId="{E0CAC9A5-206E-4F32-B1EC-71D5B14E504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07E916D-328C-4138-A95E-012D9BC6E610}" type="doc">
      <dgm:prSet loTypeId="urn:microsoft.com/office/officeart/2005/8/layout/vList2" loCatId="list" qsTypeId="urn:microsoft.com/office/officeart/2005/8/quickstyle/simple2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2738C37-D3D2-4A50-83B1-4A2C7721516B}">
      <dgm:prSet/>
      <dgm:spPr/>
      <dgm:t>
        <a:bodyPr/>
        <a:lstStyle/>
        <a:p>
          <a:r>
            <a:rPr lang="en-US"/>
            <a:t>Image input (camera/gallery)</a:t>
          </a:r>
        </a:p>
      </dgm:t>
    </dgm:pt>
    <dgm:pt modelId="{52C71F2F-B8B3-4BA1-9C65-2F04F2AB8344}" type="parTrans" cxnId="{3AF9CF67-3269-4D4F-A594-04520B82FD8B}">
      <dgm:prSet/>
      <dgm:spPr/>
      <dgm:t>
        <a:bodyPr/>
        <a:lstStyle/>
        <a:p>
          <a:endParaRPr lang="en-US"/>
        </a:p>
      </dgm:t>
    </dgm:pt>
    <dgm:pt modelId="{E5F870AD-B489-497E-BF31-083CADD4B2E4}" type="sibTrans" cxnId="{3AF9CF67-3269-4D4F-A594-04520B82FD8B}">
      <dgm:prSet/>
      <dgm:spPr/>
      <dgm:t>
        <a:bodyPr/>
        <a:lstStyle/>
        <a:p>
          <a:endParaRPr lang="en-US"/>
        </a:p>
      </dgm:t>
    </dgm:pt>
    <dgm:pt modelId="{19AF7FC8-24CD-4BEC-B28A-451BB0CC9956}">
      <dgm:prSet/>
      <dgm:spPr/>
      <dgm:t>
        <a:bodyPr/>
        <a:lstStyle/>
        <a:p>
          <a:r>
            <a:rPr lang="en-US"/>
            <a:t>• Prediction result</a:t>
          </a:r>
        </a:p>
      </dgm:t>
    </dgm:pt>
    <dgm:pt modelId="{6CB6929E-2F93-4CE4-8F6E-D3468A31653F}" type="parTrans" cxnId="{54C75C71-8E13-45EA-AE87-8BE64BB43BA4}">
      <dgm:prSet/>
      <dgm:spPr/>
      <dgm:t>
        <a:bodyPr/>
        <a:lstStyle/>
        <a:p>
          <a:endParaRPr lang="en-US"/>
        </a:p>
      </dgm:t>
    </dgm:pt>
    <dgm:pt modelId="{BA69C40D-CC5F-4DFB-AD8D-FF0413CE9C96}" type="sibTrans" cxnId="{54C75C71-8E13-45EA-AE87-8BE64BB43BA4}">
      <dgm:prSet/>
      <dgm:spPr/>
      <dgm:t>
        <a:bodyPr/>
        <a:lstStyle/>
        <a:p>
          <a:endParaRPr lang="en-US"/>
        </a:p>
      </dgm:t>
    </dgm:pt>
    <dgm:pt modelId="{E82C2B5F-6CE8-49AE-9492-493E13FC1018}">
      <dgm:prSet/>
      <dgm:spPr/>
      <dgm:t>
        <a:bodyPr/>
        <a:lstStyle/>
        <a:p>
          <a:r>
            <a:rPr lang="en-US"/>
            <a:t>• Probability output</a:t>
          </a:r>
        </a:p>
      </dgm:t>
    </dgm:pt>
    <dgm:pt modelId="{77FC4A62-026A-47DC-9CCE-B467A6C5A4E5}" type="parTrans" cxnId="{BC1E5AD2-8D09-4EFE-8A45-5F1A38BCD563}">
      <dgm:prSet/>
      <dgm:spPr/>
      <dgm:t>
        <a:bodyPr/>
        <a:lstStyle/>
        <a:p>
          <a:endParaRPr lang="en-US"/>
        </a:p>
      </dgm:t>
    </dgm:pt>
    <dgm:pt modelId="{3B0771B3-E65C-4C7A-8573-ACDD12B1993F}" type="sibTrans" cxnId="{BC1E5AD2-8D09-4EFE-8A45-5F1A38BCD563}">
      <dgm:prSet/>
      <dgm:spPr/>
      <dgm:t>
        <a:bodyPr/>
        <a:lstStyle/>
        <a:p>
          <a:endParaRPr lang="en-US"/>
        </a:p>
      </dgm:t>
    </dgm:pt>
    <dgm:pt modelId="{DB193AD3-6125-4444-8762-15C1687E98AB}">
      <dgm:prSet/>
      <dgm:spPr/>
      <dgm:t>
        <a:bodyPr/>
        <a:lstStyle/>
        <a:p>
          <a:r>
            <a:rPr lang="en-US"/>
            <a:t>• User-friendly UI</a:t>
          </a:r>
        </a:p>
      </dgm:t>
    </dgm:pt>
    <dgm:pt modelId="{93A57620-55FE-4B2C-B606-75291C719F4C}" type="parTrans" cxnId="{A3802F85-644C-4FD7-8D3E-95A557235E6F}">
      <dgm:prSet/>
      <dgm:spPr/>
      <dgm:t>
        <a:bodyPr/>
        <a:lstStyle/>
        <a:p>
          <a:endParaRPr lang="en-US"/>
        </a:p>
      </dgm:t>
    </dgm:pt>
    <dgm:pt modelId="{8EC2A9AE-EAF2-4F1E-B77B-2337F8215FA1}" type="sibTrans" cxnId="{A3802F85-644C-4FD7-8D3E-95A557235E6F}">
      <dgm:prSet/>
      <dgm:spPr/>
      <dgm:t>
        <a:bodyPr/>
        <a:lstStyle/>
        <a:p>
          <a:endParaRPr lang="en-US"/>
        </a:p>
      </dgm:t>
    </dgm:pt>
    <dgm:pt modelId="{B01818F7-9979-46BB-BFA1-43DE0BCB1D56}" type="pres">
      <dgm:prSet presAssocID="{707E916D-328C-4138-A95E-012D9BC6E610}" presName="linear" presStyleCnt="0">
        <dgm:presLayoutVars>
          <dgm:animLvl val="lvl"/>
          <dgm:resizeHandles val="exact"/>
        </dgm:presLayoutVars>
      </dgm:prSet>
      <dgm:spPr/>
    </dgm:pt>
    <dgm:pt modelId="{27902E5C-93D5-4031-9482-F73DA29FB9AD}" type="pres">
      <dgm:prSet presAssocID="{B2738C37-D3D2-4A50-83B1-4A2C7721516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4202C15-2933-42A2-A5A8-E68D5D15E2A9}" type="pres">
      <dgm:prSet presAssocID="{E5F870AD-B489-497E-BF31-083CADD4B2E4}" presName="spacer" presStyleCnt="0"/>
      <dgm:spPr/>
    </dgm:pt>
    <dgm:pt modelId="{82BF17B5-31DB-43EC-8C68-82A1AB5F3BCD}" type="pres">
      <dgm:prSet presAssocID="{19AF7FC8-24CD-4BEC-B28A-451BB0CC995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974D0CD-0F82-4E07-8E58-5B4349E8A1A1}" type="pres">
      <dgm:prSet presAssocID="{BA69C40D-CC5F-4DFB-AD8D-FF0413CE9C96}" presName="spacer" presStyleCnt="0"/>
      <dgm:spPr/>
    </dgm:pt>
    <dgm:pt modelId="{CF161F61-7F4A-48E0-B3BC-3BF77CB5AF7A}" type="pres">
      <dgm:prSet presAssocID="{E82C2B5F-6CE8-49AE-9492-493E13FC101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9925F68-F6AF-4D85-86A8-C511CD89EDA6}" type="pres">
      <dgm:prSet presAssocID="{3B0771B3-E65C-4C7A-8573-ACDD12B1993F}" presName="spacer" presStyleCnt="0"/>
      <dgm:spPr/>
    </dgm:pt>
    <dgm:pt modelId="{13F93FE1-F736-4E69-BB3C-14C633EE1C91}" type="pres">
      <dgm:prSet presAssocID="{DB193AD3-6125-4444-8762-15C1687E98A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9EFE430-CD4C-4BC9-9530-E1337814A667}" type="presOf" srcId="{B2738C37-D3D2-4A50-83B1-4A2C7721516B}" destId="{27902E5C-93D5-4031-9482-F73DA29FB9AD}" srcOrd="0" destOrd="0" presId="urn:microsoft.com/office/officeart/2005/8/layout/vList2"/>
    <dgm:cxn modelId="{3AF9CF67-3269-4D4F-A594-04520B82FD8B}" srcId="{707E916D-328C-4138-A95E-012D9BC6E610}" destId="{B2738C37-D3D2-4A50-83B1-4A2C7721516B}" srcOrd="0" destOrd="0" parTransId="{52C71F2F-B8B3-4BA1-9C65-2F04F2AB8344}" sibTransId="{E5F870AD-B489-497E-BF31-083CADD4B2E4}"/>
    <dgm:cxn modelId="{54C75C71-8E13-45EA-AE87-8BE64BB43BA4}" srcId="{707E916D-328C-4138-A95E-012D9BC6E610}" destId="{19AF7FC8-24CD-4BEC-B28A-451BB0CC9956}" srcOrd="1" destOrd="0" parTransId="{6CB6929E-2F93-4CE4-8F6E-D3468A31653F}" sibTransId="{BA69C40D-CC5F-4DFB-AD8D-FF0413CE9C96}"/>
    <dgm:cxn modelId="{A3802F85-644C-4FD7-8D3E-95A557235E6F}" srcId="{707E916D-328C-4138-A95E-012D9BC6E610}" destId="{DB193AD3-6125-4444-8762-15C1687E98AB}" srcOrd="3" destOrd="0" parTransId="{93A57620-55FE-4B2C-B606-75291C719F4C}" sibTransId="{8EC2A9AE-EAF2-4F1E-B77B-2337F8215FA1}"/>
    <dgm:cxn modelId="{6ABCED8B-2DE7-4BD6-96D8-F546620452E4}" type="presOf" srcId="{E82C2B5F-6CE8-49AE-9492-493E13FC1018}" destId="{CF161F61-7F4A-48E0-B3BC-3BF77CB5AF7A}" srcOrd="0" destOrd="0" presId="urn:microsoft.com/office/officeart/2005/8/layout/vList2"/>
    <dgm:cxn modelId="{F3D6A5A7-6A4D-4034-89BF-65CA4D3F1CA1}" type="presOf" srcId="{707E916D-328C-4138-A95E-012D9BC6E610}" destId="{B01818F7-9979-46BB-BFA1-43DE0BCB1D56}" srcOrd="0" destOrd="0" presId="urn:microsoft.com/office/officeart/2005/8/layout/vList2"/>
    <dgm:cxn modelId="{9FD326D0-F55A-4040-9038-DEFA90B492F9}" type="presOf" srcId="{19AF7FC8-24CD-4BEC-B28A-451BB0CC9956}" destId="{82BF17B5-31DB-43EC-8C68-82A1AB5F3BCD}" srcOrd="0" destOrd="0" presId="urn:microsoft.com/office/officeart/2005/8/layout/vList2"/>
    <dgm:cxn modelId="{BC1E5AD2-8D09-4EFE-8A45-5F1A38BCD563}" srcId="{707E916D-328C-4138-A95E-012D9BC6E610}" destId="{E82C2B5F-6CE8-49AE-9492-493E13FC1018}" srcOrd="2" destOrd="0" parTransId="{77FC4A62-026A-47DC-9CCE-B467A6C5A4E5}" sibTransId="{3B0771B3-E65C-4C7A-8573-ACDD12B1993F}"/>
    <dgm:cxn modelId="{29B62CF4-B178-4820-B37D-94AD4345AAFA}" type="presOf" srcId="{DB193AD3-6125-4444-8762-15C1687E98AB}" destId="{13F93FE1-F736-4E69-BB3C-14C633EE1C91}" srcOrd="0" destOrd="0" presId="urn:microsoft.com/office/officeart/2005/8/layout/vList2"/>
    <dgm:cxn modelId="{6481B7ED-8AFA-4715-83FF-B17B5C15CF9D}" type="presParOf" srcId="{B01818F7-9979-46BB-BFA1-43DE0BCB1D56}" destId="{27902E5C-93D5-4031-9482-F73DA29FB9AD}" srcOrd="0" destOrd="0" presId="urn:microsoft.com/office/officeart/2005/8/layout/vList2"/>
    <dgm:cxn modelId="{10721786-D38F-45BF-9129-CF41B3C6FB9B}" type="presParOf" srcId="{B01818F7-9979-46BB-BFA1-43DE0BCB1D56}" destId="{14202C15-2933-42A2-A5A8-E68D5D15E2A9}" srcOrd="1" destOrd="0" presId="urn:microsoft.com/office/officeart/2005/8/layout/vList2"/>
    <dgm:cxn modelId="{3043D574-5201-4DF5-84C9-AF686736A8D4}" type="presParOf" srcId="{B01818F7-9979-46BB-BFA1-43DE0BCB1D56}" destId="{82BF17B5-31DB-43EC-8C68-82A1AB5F3BCD}" srcOrd="2" destOrd="0" presId="urn:microsoft.com/office/officeart/2005/8/layout/vList2"/>
    <dgm:cxn modelId="{EAF8BC8B-307F-48A5-B58B-E6231C5E60DC}" type="presParOf" srcId="{B01818F7-9979-46BB-BFA1-43DE0BCB1D56}" destId="{8974D0CD-0F82-4E07-8E58-5B4349E8A1A1}" srcOrd="3" destOrd="0" presId="urn:microsoft.com/office/officeart/2005/8/layout/vList2"/>
    <dgm:cxn modelId="{7BBFCB63-1D66-4DED-BFBC-A755B26BE01D}" type="presParOf" srcId="{B01818F7-9979-46BB-BFA1-43DE0BCB1D56}" destId="{CF161F61-7F4A-48E0-B3BC-3BF77CB5AF7A}" srcOrd="4" destOrd="0" presId="urn:microsoft.com/office/officeart/2005/8/layout/vList2"/>
    <dgm:cxn modelId="{35BFD8A2-9CE0-4366-B812-F09885CA8133}" type="presParOf" srcId="{B01818F7-9979-46BB-BFA1-43DE0BCB1D56}" destId="{09925F68-F6AF-4D85-86A8-C511CD89EDA6}" srcOrd="5" destOrd="0" presId="urn:microsoft.com/office/officeart/2005/8/layout/vList2"/>
    <dgm:cxn modelId="{FB8F90C3-B0A4-46BA-A694-A3435B2BD552}" type="presParOf" srcId="{B01818F7-9979-46BB-BFA1-43DE0BCB1D56}" destId="{13F93FE1-F736-4E69-BB3C-14C633EE1C9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6E3354F-7648-40ED-B29A-35448A28B46C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B62495A-1994-4332-B190-7B6BD9E98875}">
      <dgm:prSet/>
      <dgm:spPr/>
      <dgm:t>
        <a:bodyPr/>
        <a:lstStyle/>
        <a:p>
          <a:r>
            <a:rPr lang="en-US"/>
            <a:t>✅ Real-time classification </a:t>
          </a:r>
        </a:p>
      </dgm:t>
    </dgm:pt>
    <dgm:pt modelId="{F4BEAA5C-EADA-4612-8F8E-400603A9A4FA}" type="parTrans" cxnId="{0AFA95D0-4B86-4758-85F3-05F4B32C8427}">
      <dgm:prSet/>
      <dgm:spPr/>
      <dgm:t>
        <a:bodyPr/>
        <a:lstStyle/>
        <a:p>
          <a:endParaRPr lang="en-US"/>
        </a:p>
      </dgm:t>
    </dgm:pt>
    <dgm:pt modelId="{B06C0AB9-EB5A-4EE8-AFC3-EA394587FC5B}" type="sibTrans" cxnId="{0AFA95D0-4B86-4758-85F3-05F4B32C8427}">
      <dgm:prSet/>
      <dgm:spPr/>
      <dgm:t>
        <a:bodyPr/>
        <a:lstStyle/>
        <a:p>
          <a:endParaRPr lang="en-US"/>
        </a:p>
      </dgm:t>
    </dgm:pt>
    <dgm:pt modelId="{A88C281F-4A97-496F-8F4B-2932FE88F6CE}">
      <dgm:prSet/>
      <dgm:spPr/>
      <dgm:t>
        <a:bodyPr/>
        <a:lstStyle/>
        <a:p>
          <a:r>
            <a:rPr lang="en-US"/>
            <a:t>✅ No internet required (on-device inference) </a:t>
          </a:r>
        </a:p>
      </dgm:t>
    </dgm:pt>
    <dgm:pt modelId="{8C820BD0-DF49-4A6A-A9CF-A56F3CEF4A9B}" type="parTrans" cxnId="{A6460A33-346F-426F-8B01-3828720D9C31}">
      <dgm:prSet/>
      <dgm:spPr/>
      <dgm:t>
        <a:bodyPr/>
        <a:lstStyle/>
        <a:p>
          <a:endParaRPr lang="en-US"/>
        </a:p>
      </dgm:t>
    </dgm:pt>
    <dgm:pt modelId="{4C565CCE-64D5-4625-B10C-822ACFC4C59D}" type="sibTrans" cxnId="{A6460A33-346F-426F-8B01-3828720D9C31}">
      <dgm:prSet/>
      <dgm:spPr/>
      <dgm:t>
        <a:bodyPr/>
        <a:lstStyle/>
        <a:p>
          <a:endParaRPr lang="en-US"/>
        </a:p>
      </dgm:t>
    </dgm:pt>
    <dgm:pt modelId="{91FE350A-D870-4F03-86B2-BE1C56378B5E}">
      <dgm:prSet/>
      <dgm:spPr/>
      <dgm:t>
        <a:bodyPr/>
        <a:lstStyle/>
        <a:p>
          <a:r>
            <a:rPr lang="en-US"/>
            <a:t>✅ Lightweight and efficient </a:t>
          </a:r>
        </a:p>
      </dgm:t>
    </dgm:pt>
    <dgm:pt modelId="{E3840072-A3E3-4D44-B5F7-5B109C9B4449}" type="parTrans" cxnId="{F8487A28-5FFF-4BB7-853E-97F97174EA14}">
      <dgm:prSet/>
      <dgm:spPr/>
      <dgm:t>
        <a:bodyPr/>
        <a:lstStyle/>
        <a:p>
          <a:endParaRPr lang="en-US"/>
        </a:p>
      </dgm:t>
    </dgm:pt>
    <dgm:pt modelId="{C1FA1CCD-038F-4515-A8DF-D21009009F3B}" type="sibTrans" cxnId="{F8487A28-5FFF-4BB7-853E-97F97174EA14}">
      <dgm:prSet/>
      <dgm:spPr/>
      <dgm:t>
        <a:bodyPr/>
        <a:lstStyle/>
        <a:p>
          <a:endParaRPr lang="en-US"/>
        </a:p>
      </dgm:t>
    </dgm:pt>
    <dgm:pt modelId="{77667DEF-E017-49B3-BDB2-9DAD78A7155F}">
      <dgm:prSet/>
      <dgm:spPr/>
      <dgm:t>
        <a:bodyPr/>
        <a:lstStyle/>
        <a:p>
          <a:r>
            <a:rPr lang="en-US"/>
            <a:t>✅ Suitable for field use (fire investigation) </a:t>
          </a:r>
        </a:p>
      </dgm:t>
    </dgm:pt>
    <dgm:pt modelId="{F501A901-3AA9-47CF-8FDE-06A20E3F5549}" type="parTrans" cxnId="{FC06375A-8A30-46E0-939C-6D1F03206AC8}">
      <dgm:prSet/>
      <dgm:spPr/>
      <dgm:t>
        <a:bodyPr/>
        <a:lstStyle/>
        <a:p>
          <a:endParaRPr lang="en-US"/>
        </a:p>
      </dgm:t>
    </dgm:pt>
    <dgm:pt modelId="{B85FDBD6-4AE0-4FE1-BEDB-8EED746415DD}" type="sibTrans" cxnId="{FC06375A-8A30-46E0-939C-6D1F03206AC8}">
      <dgm:prSet/>
      <dgm:spPr/>
      <dgm:t>
        <a:bodyPr/>
        <a:lstStyle/>
        <a:p>
          <a:endParaRPr lang="en-US"/>
        </a:p>
      </dgm:t>
    </dgm:pt>
    <dgm:pt modelId="{B4925274-0B9D-4327-8815-C6AF44518EBA}" type="pres">
      <dgm:prSet presAssocID="{56E3354F-7648-40ED-B29A-35448A28B46C}" presName="matrix" presStyleCnt="0">
        <dgm:presLayoutVars>
          <dgm:chMax val="1"/>
          <dgm:dir/>
          <dgm:resizeHandles val="exact"/>
        </dgm:presLayoutVars>
      </dgm:prSet>
      <dgm:spPr/>
    </dgm:pt>
    <dgm:pt modelId="{9555BA26-720C-4223-AE68-2073A7676129}" type="pres">
      <dgm:prSet presAssocID="{56E3354F-7648-40ED-B29A-35448A28B46C}" presName="diamond" presStyleLbl="bgShp" presStyleIdx="0" presStyleCnt="1"/>
      <dgm:spPr/>
    </dgm:pt>
    <dgm:pt modelId="{2FB82D21-EC7F-4C82-9739-C7AE43E066AE}" type="pres">
      <dgm:prSet presAssocID="{56E3354F-7648-40ED-B29A-35448A28B46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21D5186-E386-4C2C-8FE5-A214B76C6320}" type="pres">
      <dgm:prSet presAssocID="{56E3354F-7648-40ED-B29A-35448A28B46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CB9D259-8038-4F9C-B0E9-BD35AC891152}" type="pres">
      <dgm:prSet presAssocID="{56E3354F-7648-40ED-B29A-35448A28B46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E8AAD1D-36F2-42FA-A000-46B6EE41EAED}" type="pres">
      <dgm:prSet presAssocID="{56E3354F-7648-40ED-B29A-35448A28B46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8487A28-5FFF-4BB7-853E-97F97174EA14}" srcId="{56E3354F-7648-40ED-B29A-35448A28B46C}" destId="{91FE350A-D870-4F03-86B2-BE1C56378B5E}" srcOrd="2" destOrd="0" parTransId="{E3840072-A3E3-4D44-B5F7-5B109C9B4449}" sibTransId="{C1FA1CCD-038F-4515-A8DF-D21009009F3B}"/>
    <dgm:cxn modelId="{A6460A33-346F-426F-8B01-3828720D9C31}" srcId="{56E3354F-7648-40ED-B29A-35448A28B46C}" destId="{A88C281F-4A97-496F-8F4B-2932FE88F6CE}" srcOrd="1" destOrd="0" parTransId="{8C820BD0-DF49-4A6A-A9CF-A56F3CEF4A9B}" sibTransId="{4C565CCE-64D5-4625-B10C-822ACFC4C59D}"/>
    <dgm:cxn modelId="{FC06375A-8A30-46E0-939C-6D1F03206AC8}" srcId="{56E3354F-7648-40ED-B29A-35448A28B46C}" destId="{77667DEF-E017-49B3-BDB2-9DAD78A7155F}" srcOrd="3" destOrd="0" parTransId="{F501A901-3AA9-47CF-8FDE-06A20E3F5549}" sibTransId="{B85FDBD6-4AE0-4FE1-BEDB-8EED746415DD}"/>
    <dgm:cxn modelId="{47E8F35A-9EF7-4699-B47F-339477C00244}" type="presOf" srcId="{77667DEF-E017-49B3-BDB2-9DAD78A7155F}" destId="{0E8AAD1D-36F2-42FA-A000-46B6EE41EAED}" srcOrd="0" destOrd="0" presId="urn:microsoft.com/office/officeart/2005/8/layout/matrix3"/>
    <dgm:cxn modelId="{EC19F6A3-CC8F-46B0-BE3B-E0B1266F2909}" type="presOf" srcId="{A88C281F-4A97-496F-8F4B-2932FE88F6CE}" destId="{A21D5186-E386-4C2C-8FE5-A214B76C6320}" srcOrd="0" destOrd="0" presId="urn:microsoft.com/office/officeart/2005/8/layout/matrix3"/>
    <dgm:cxn modelId="{043406B1-9706-4DDC-9B44-79F02DEAAD45}" type="presOf" srcId="{91FE350A-D870-4F03-86B2-BE1C56378B5E}" destId="{5CB9D259-8038-4F9C-B0E9-BD35AC891152}" srcOrd="0" destOrd="0" presId="urn:microsoft.com/office/officeart/2005/8/layout/matrix3"/>
    <dgm:cxn modelId="{0AFA95D0-4B86-4758-85F3-05F4B32C8427}" srcId="{56E3354F-7648-40ED-B29A-35448A28B46C}" destId="{3B62495A-1994-4332-B190-7B6BD9E98875}" srcOrd="0" destOrd="0" parTransId="{F4BEAA5C-EADA-4612-8F8E-400603A9A4FA}" sibTransId="{B06C0AB9-EB5A-4EE8-AFC3-EA394587FC5B}"/>
    <dgm:cxn modelId="{D26671D7-8A2E-46C6-A466-3A7B9CF594B9}" type="presOf" srcId="{3B62495A-1994-4332-B190-7B6BD9E98875}" destId="{2FB82D21-EC7F-4C82-9739-C7AE43E066AE}" srcOrd="0" destOrd="0" presId="urn:microsoft.com/office/officeart/2005/8/layout/matrix3"/>
    <dgm:cxn modelId="{668547FA-6BD4-4C15-BAD4-00D37B44868B}" type="presOf" srcId="{56E3354F-7648-40ED-B29A-35448A28B46C}" destId="{B4925274-0B9D-4327-8815-C6AF44518EBA}" srcOrd="0" destOrd="0" presId="urn:microsoft.com/office/officeart/2005/8/layout/matrix3"/>
    <dgm:cxn modelId="{2569EE79-CCDE-4255-BE78-4A7E3E87D402}" type="presParOf" srcId="{B4925274-0B9D-4327-8815-C6AF44518EBA}" destId="{9555BA26-720C-4223-AE68-2073A7676129}" srcOrd="0" destOrd="0" presId="urn:microsoft.com/office/officeart/2005/8/layout/matrix3"/>
    <dgm:cxn modelId="{0E3411A3-8547-40C2-A9A6-B0D890984A68}" type="presParOf" srcId="{B4925274-0B9D-4327-8815-C6AF44518EBA}" destId="{2FB82D21-EC7F-4C82-9739-C7AE43E066AE}" srcOrd="1" destOrd="0" presId="urn:microsoft.com/office/officeart/2005/8/layout/matrix3"/>
    <dgm:cxn modelId="{8C64EF17-5BAB-4813-957D-AC5F17E3FCE6}" type="presParOf" srcId="{B4925274-0B9D-4327-8815-C6AF44518EBA}" destId="{A21D5186-E386-4C2C-8FE5-A214B76C6320}" srcOrd="2" destOrd="0" presId="urn:microsoft.com/office/officeart/2005/8/layout/matrix3"/>
    <dgm:cxn modelId="{C4F6844A-3F3C-4FEF-9D27-B5678F4933E8}" type="presParOf" srcId="{B4925274-0B9D-4327-8815-C6AF44518EBA}" destId="{5CB9D259-8038-4F9C-B0E9-BD35AC891152}" srcOrd="3" destOrd="0" presId="urn:microsoft.com/office/officeart/2005/8/layout/matrix3"/>
    <dgm:cxn modelId="{3150B53A-C5D5-4E1F-86D0-B5358E5CC45C}" type="presParOf" srcId="{B4925274-0B9D-4327-8815-C6AF44518EBA}" destId="{0E8AAD1D-36F2-42FA-A000-46B6EE41EAE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EBEC4F0-D3A0-47E4-84BC-9A7E53BA3AD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90AE052-2200-49A2-9A3A-6644DE072874}">
      <dgm:prSet/>
      <dgm:spPr/>
      <dgm:t>
        <a:bodyPr/>
        <a:lstStyle/>
        <a:p>
          <a:r>
            <a:rPr lang="en-US" b="0" i="0" baseline="0"/>
            <a:t>Model trained in Python (Anaconda, TensorFlow/Keras) </a:t>
          </a:r>
          <a:endParaRPr lang="en-US"/>
        </a:p>
      </dgm:t>
    </dgm:pt>
    <dgm:pt modelId="{B717E88D-9715-415A-A0B4-7E31F62E0C18}" type="parTrans" cxnId="{D9CF7ED1-A659-4254-B263-C5DB2CF86D57}">
      <dgm:prSet/>
      <dgm:spPr/>
      <dgm:t>
        <a:bodyPr/>
        <a:lstStyle/>
        <a:p>
          <a:endParaRPr lang="en-US"/>
        </a:p>
      </dgm:t>
    </dgm:pt>
    <dgm:pt modelId="{1C8604B4-3ECA-4B01-B006-420DF4418C83}" type="sibTrans" cxnId="{D9CF7ED1-A659-4254-B263-C5DB2CF86D57}">
      <dgm:prSet/>
      <dgm:spPr/>
      <dgm:t>
        <a:bodyPr/>
        <a:lstStyle/>
        <a:p>
          <a:endParaRPr lang="en-US"/>
        </a:p>
      </dgm:t>
    </dgm:pt>
    <dgm:pt modelId="{1F3D3FE0-54BC-459C-AA90-9B2FFB202405}">
      <dgm:prSet/>
      <dgm:spPr/>
      <dgm:t>
        <a:bodyPr/>
        <a:lstStyle/>
        <a:p>
          <a:r>
            <a:rPr lang="en-US" b="0" i="0" baseline="0"/>
            <a:t>Converted to TensorFlow Lite format </a:t>
          </a:r>
          <a:endParaRPr lang="en-US"/>
        </a:p>
      </dgm:t>
    </dgm:pt>
    <dgm:pt modelId="{CDE3037F-F077-4388-A7A7-89C689C01548}" type="parTrans" cxnId="{8A7BD775-30EC-4E82-96E0-E8ABB3E79406}">
      <dgm:prSet/>
      <dgm:spPr/>
      <dgm:t>
        <a:bodyPr/>
        <a:lstStyle/>
        <a:p>
          <a:endParaRPr lang="en-US"/>
        </a:p>
      </dgm:t>
    </dgm:pt>
    <dgm:pt modelId="{358ED37D-2BAC-4CB5-94BC-3752F18B646A}" type="sibTrans" cxnId="{8A7BD775-30EC-4E82-96E0-E8ABB3E79406}">
      <dgm:prSet/>
      <dgm:spPr/>
      <dgm:t>
        <a:bodyPr/>
        <a:lstStyle/>
        <a:p>
          <a:endParaRPr lang="en-US"/>
        </a:p>
      </dgm:t>
    </dgm:pt>
    <dgm:pt modelId="{0A96DEF2-01D4-4D2A-97B4-A078CB82DCFE}">
      <dgm:prSet/>
      <dgm:spPr/>
      <dgm:t>
        <a:bodyPr/>
        <a:lstStyle/>
        <a:p>
          <a:r>
            <a:rPr lang="en-US" b="0" i="0" baseline="0"/>
            <a:t>Integrated into Android Studio (Java) </a:t>
          </a:r>
          <a:endParaRPr lang="en-US"/>
        </a:p>
      </dgm:t>
    </dgm:pt>
    <dgm:pt modelId="{4696275B-FF02-4EDD-90D6-C9A8A8C2B382}" type="parTrans" cxnId="{30373A54-0832-4C6F-8C52-1DC1D5A74125}">
      <dgm:prSet/>
      <dgm:spPr/>
      <dgm:t>
        <a:bodyPr/>
        <a:lstStyle/>
        <a:p>
          <a:endParaRPr lang="en-US"/>
        </a:p>
      </dgm:t>
    </dgm:pt>
    <dgm:pt modelId="{2BC49E56-9A75-4A37-940A-6512E560D99E}" type="sibTrans" cxnId="{30373A54-0832-4C6F-8C52-1DC1D5A74125}">
      <dgm:prSet/>
      <dgm:spPr/>
      <dgm:t>
        <a:bodyPr/>
        <a:lstStyle/>
        <a:p>
          <a:endParaRPr lang="en-US"/>
        </a:p>
      </dgm:t>
    </dgm:pt>
    <dgm:pt modelId="{D725C45C-B80A-411F-A6E1-85C05A828DBE}">
      <dgm:prSet/>
      <dgm:spPr/>
      <dgm:t>
        <a:bodyPr/>
        <a:lstStyle/>
        <a:p>
          <a:r>
            <a:rPr lang="en-US" b="0" i="0" baseline="0"/>
            <a:t>Supports camera &amp; gallery input </a:t>
          </a:r>
          <a:endParaRPr lang="en-US"/>
        </a:p>
      </dgm:t>
    </dgm:pt>
    <dgm:pt modelId="{B51CD677-C220-4FAE-9CD2-E8353560F154}" type="parTrans" cxnId="{04D90F4F-E9D3-437C-AA2B-DBC87FCBFB51}">
      <dgm:prSet/>
      <dgm:spPr/>
      <dgm:t>
        <a:bodyPr/>
        <a:lstStyle/>
        <a:p>
          <a:endParaRPr lang="en-US"/>
        </a:p>
      </dgm:t>
    </dgm:pt>
    <dgm:pt modelId="{AAF81947-6D71-48C0-AFA1-EA9B0B0C93A1}" type="sibTrans" cxnId="{04D90F4F-E9D3-437C-AA2B-DBC87FCBFB51}">
      <dgm:prSet/>
      <dgm:spPr/>
      <dgm:t>
        <a:bodyPr/>
        <a:lstStyle/>
        <a:p>
          <a:endParaRPr lang="en-US"/>
        </a:p>
      </dgm:t>
    </dgm:pt>
    <dgm:pt modelId="{436E96F2-FC1B-4F7E-AE19-0C341FB1472A}">
      <dgm:prSet/>
      <dgm:spPr/>
      <dgm:t>
        <a:bodyPr/>
        <a:lstStyle/>
        <a:p>
          <a:r>
            <a:rPr lang="en-US" b="0" i="0" baseline="0"/>
            <a:t>Performs real-time on-device classification </a:t>
          </a:r>
          <a:endParaRPr lang="en-US"/>
        </a:p>
      </dgm:t>
    </dgm:pt>
    <dgm:pt modelId="{FC30C029-E3C3-40D6-B815-7F183FAA26AA}" type="parTrans" cxnId="{EDBEEEFE-D382-42FF-8ABA-8D88134B4713}">
      <dgm:prSet/>
      <dgm:spPr/>
      <dgm:t>
        <a:bodyPr/>
        <a:lstStyle/>
        <a:p>
          <a:endParaRPr lang="en-US"/>
        </a:p>
      </dgm:t>
    </dgm:pt>
    <dgm:pt modelId="{9FB68C37-E1B1-436F-8493-14155F5DE4CF}" type="sibTrans" cxnId="{EDBEEEFE-D382-42FF-8ABA-8D88134B4713}">
      <dgm:prSet/>
      <dgm:spPr/>
      <dgm:t>
        <a:bodyPr/>
        <a:lstStyle/>
        <a:p>
          <a:endParaRPr lang="en-US"/>
        </a:p>
      </dgm:t>
    </dgm:pt>
    <dgm:pt modelId="{377AF380-2B87-4254-87A0-224C9DB76037}">
      <dgm:prSet/>
      <dgm:spPr/>
      <dgm:t>
        <a:bodyPr/>
        <a:lstStyle/>
        <a:p>
          <a:r>
            <a:rPr lang="en-US" b="0" i="0" baseline="0"/>
            <a:t>Displays predicted class and confidence </a:t>
          </a:r>
          <a:endParaRPr lang="en-US"/>
        </a:p>
      </dgm:t>
    </dgm:pt>
    <dgm:pt modelId="{DC0B5F38-04D4-4551-A018-D45EDABCBF87}" type="parTrans" cxnId="{872CCE1D-2B2B-4F8E-9610-A8CD35D51009}">
      <dgm:prSet/>
      <dgm:spPr/>
      <dgm:t>
        <a:bodyPr/>
        <a:lstStyle/>
        <a:p>
          <a:endParaRPr lang="en-US"/>
        </a:p>
      </dgm:t>
    </dgm:pt>
    <dgm:pt modelId="{4C451E3E-DB1D-464E-B0D1-1B9FADDB4ECD}" type="sibTrans" cxnId="{872CCE1D-2B2B-4F8E-9610-A8CD35D51009}">
      <dgm:prSet/>
      <dgm:spPr/>
      <dgm:t>
        <a:bodyPr/>
        <a:lstStyle/>
        <a:p>
          <a:endParaRPr lang="en-US"/>
        </a:p>
      </dgm:t>
    </dgm:pt>
    <dgm:pt modelId="{66433690-7C2F-430D-8490-D186EE0FC35A}" type="pres">
      <dgm:prSet presAssocID="{1EBEC4F0-D3A0-47E4-84BC-9A7E53BA3AD9}" presName="root" presStyleCnt="0">
        <dgm:presLayoutVars>
          <dgm:dir/>
          <dgm:resizeHandles val="exact"/>
        </dgm:presLayoutVars>
      </dgm:prSet>
      <dgm:spPr/>
    </dgm:pt>
    <dgm:pt modelId="{D63ABD5C-26D0-4D8D-A9B4-E0272A470504}" type="pres">
      <dgm:prSet presAssocID="{390AE052-2200-49A2-9A3A-6644DE072874}" presName="compNode" presStyleCnt="0"/>
      <dgm:spPr/>
    </dgm:pt>
    <dgm:pt modelId="{AC9BC35C-BCE0-4FA0-8632-EFFAEAB92F29}" type="pres">
      <dgm:prSet presAssocID="{390AE052-2200-49A2-9A3A-6644DE072874}" presName="bgRect" presStyleLbl="bgShp" presStyleIdx="0" presStyleCnt="6"/>
      <dgm:spPr/>
    </dgm:pt>
    <dgm:pt modelId="{C27CC628-6E12-4606-B1F4-0AD209CB3979}" type="pres">
      <dgm:prSet presAssocID="{390AE052-2200-49A2-9A3A-6644DE072874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014A60F7-C029-4160-A42D-77F68CB48922}" type="pres">
      <dgm:prSet presAssocID="{390AE052-2200-49A2-9A3A-6644DE072874}" presName="spaceRect" presStyleCnt="0"/>
      <dgm:spPr/>
    </dgm:pt>
    <dgm:pt modelId="{510D5B28-7341-432B-842D-F9F30E7FFC65}" type="pres">
      <dgm:prSet presAssocID="{390AE052-2200-49A2-9A3A-6644DE072874}" presName="parTx" presStyleLbl="revTx" presStyleIdx="0" presStyleCnt="6">
        <dgm:presLayoutVars>
          <dgm:chMax val="0"/>
          <dgm:chPref val="0"/>
        </dgm:presLayoutVars>
      </dgm:prSet>
      <dgm:spPr/>
    </dgm:pt>
    <dgm:pt modelId="{D6B5D5A0-C0A4-437A-B6CD-8C4548CC904F}" type="pres">
      <dgm:prSet presAssocID="{1C8604B4-3ECA-4B01-B006-420DF4418C83}" presName="sibTrans" presStyleCnt="0"/>
      <dgm:spPr/>
    </dgm:pt>
    <dgm:pt modelId="{A5CFEE98-C2AF-4DF4-A446-EE53E4AB3E74}" type="pres">
      <dgm:prSet presAssocID="{1F3D3FE0-54BC-459C-AA90-9B2FFB202405}" presName="compNode" presStyleCnt="0"/>
      <dgm:spPr/>
    </dgm:pt>
    <dgm:pt modelId="{84CF9E0F-7FA6-4FA7-BA83-039866029811}" type="pres">
      <dgm:prSet presAssocID="{1F3D3FE0-54BC-459C-AA90-9B2FFB202405}" presName="bgRect" presStyleLbl="bgShp" presStyleIdx="1" presStyleCnt="6"/>
      <dgm:spPr/>
    </dgm:pt>
    <dgm:pt modelId="{ED61D333-1D20-425F-ADD6-7E0DD33E4FAC}" type="pres">
      <dgm:prSet presAssocID="{1F3D3FE0-54BC-459C-AA90-9B2FFB202405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D853942-DD25-4517-8C4A-47074C96AA92}" type="pres">
      <dgm:prSet presAssocID="{1F3D3FE0-54BC-459C-AA90-9B2FFB202405}" presName="spaceRect" presStyleCnt="0"/>
      <dgm:spPr/>
    </dgm:pt>
    <dgm:pt modelId="{9CCC67C0-BB3D-472A-9617-D5311544F990}" type="pres">
      <dgm:prSet presAssocID="{1F3D3FE0-54BC-459C-AA90-9B2FFB202405}" presName="parTx" presStyleLbl="revTx" presStyleIdx="1" presStyleCnt="6">
        <dgm:presLayoutVars>
          <dgm:chMax val="0"/>
          <dgm:chPref val="0"/>
        </dgm:presLayoutVars>
      </dgm:prSet>
      <dgm:spPr/>
    </dgm:pt>
    <dgm:pt modelId="{39298BEE-F94F-4572-97E2-04405656FC5B}" type="pres">
      <dgm:prSet presAssocID="{358ED37D-2BAC-4CB5-94BC-3752F18B646A}" presName="sibTrans" presStyleCnt="0"/>
      <dgm:spPr/>
    </dgm:pt>
    <dgm:pt modelId="{A1E9A891-1DA7-42B1-9635-740754990BD7}" type="pres">
      <dgm:prSet presAssocID="{0A96DEF2-01D4-4D2A-97B4-A078CB82DCFE}" presName="compNode" presStyleCnt="0"/>
      <dgm:spPr/>
    </dgm:pt>
    <dgm:pt modelId="{EF43772D-08AA-45A1-841A-C77010AB29E8}" type="pres">
      <dgm:prSet presAssocID="{0A96DEF2-01D4-4D2A-97B4-A078CB82DCFE}" presName="bgRect" presStyleLbl="bgShp" presStyleIdx="2" presStyleCnt="6"/>
      <dgm:spPr/>
    </dgm:pt>
    <dgm:pt modelId="{085148B0-DD13-4AD4-8240-C09BACEDFCE7}" type="pres">
      <dgm:prSet presAssocID="{0A96DEF2-01D4-4D2A-97B4-A078CB82DCFE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C61AB78E-DA7F-4EBA-A09A-30C2223471F9}" type="pres">
      <dgm:prSet presAssocID="{0A96DEF2-01D4-4D2A-97B4-A078CB82DCFE}" presName="spaceRect" presStyleCnt="0"/>
      <dgm:spPr/>
    </dgm:pt>
    <dgm:pt modelId="{C7ADFF7C-956F-42BC-A22B-CFC3DAE7EB89}" type="pres">
      <dgm:prSet presAssocID="{0A96DEF2-01D4-4D2A-97B4-A078CB82DCFE}" presName="parTx" presStyleLbl="revTx" presStyleIdx="2" presStyleCnt="6">
        <dgm:presLayoutVars>
          <dgm:chMax val="0"/>
          <dgm:chPref val="0"/>
        </dgm:presLayoutVars>
      </dgm:prSet>
      <dgm:spPr/>
    </dgm:pt>
    <dgm:pt modelId="{D8E2937C-3EC6-4B1B-A751-F9660BD6C841}" type="pres">
      <dgm:prSet presAssocID="{2BC49E56-9A75-4A37-940A-6512E560D99E}" presName="sibTrans" presStyleCnt="0"/>
      <dgm:spPr/>
    </dgm:pt>
    <dgm:pt modelId="{F38FE4EB-7390-44CA-85E6-9C80F4D1D57C}" type="pres">
      <dgm:prSet presAssocID="{D725C45C-B80A-411F-A6E1-85C05A828DBE}" presName="compNode" presStyleCnt="0"/>
      <dgm:spPr/>
    </dgm:pt>
    <dgm:pt modelId="{82A55735-5AD2-4629-AFA4-EB6D73B2A9BC}" type="pres">
      <dgm:prSet presAssocID="{D725C45C-B80A-411F-A6E1-85C05A828DBE}" presName="bgRect" presStyleLbl="bgShp" presStyleIdx="3" presStyleCnt="6"/>
      <dgm:spPr/>
    </dgm:pt>
    <dgm:pt modelId="{5B0EFEB7-B80B-499C-9E73-DB9ED0F45C48}" type="pres">
      <dgm:prSet presAssocID="{D725C45C-B80A-411F-A6E1-85C05A828DBE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DC523B73-1347-43C1-998C-2B62030131EF}" type="pres">
      <dgm:prSet presAssocID="{D725C45C-B80A-411F-A6E1-85C05A828DBE}" presName="spaceRect" presStyleCnt="0"/>
      <dgm:spPr/>
    </dgm:pt>
    <dgm:pt modelId="{F397D210-6C08-48AE-86D9-CD6997955096}" type="pres">
      <dgm:prSet presAssocID="{D725C45C-B80A-411F-A6E1-85C05A828DBE}" presName="parTx" presStyleLbl="revTx" presStyleIdx="3" presStyleCnt="6">
        <dgm:presLayoutVars>
          <dgm:chMax val="0"/>
          <dgm:chPref val="0"/>
        </dgm:presLayoutVars>
      </dgm:prSet>
      <dgm:spPr/>
    </dgm:pt>
    <dgm:pt modelId="{1A3D26B0-3B3A-4BBB-B624-08184033124C}" type="pres">
      <dgm:prSet presAssocID="{AAF81947-6D71-48C0-AFA1-EA9B0B0C93A1}" presName="sibTrans" presStyleCnt="0"/>
      <dgm:spPr/>
    </dgm:pt>
    <dgm:pt modelId="{7FF55BD0-31AA-4395-BF23-070D59C6E707}" type="pres">
      <dgm:prSet presAssocID="{436E96F2-FC1B-4F7E-AE19-0C341FB1472A}" presName="compNode" presStyleCnt="0"/>
      <dgm:spPr/>
    </dgm:pt>
    <dgm:pt modelId="{DEED60DC-C29D-4B61-A767-593BB82C58AF}" type="pres">
      <dgm:prSet presAssocID="{436E96F2-FC1B-4F7E-AE19-0C341FB1472A}" presName="bgRect" presStyleLbl="bgShp" presStyleIdx="4" presStyleCnt="6"/>
      <dgm:spPr/>
    </dgm:pt>
    <dgm:pt modelId="{87401476-5E23-42DE-8E39-1841BCDF04B7}" type="pres">
      <dgm:prSet presAssocID="{436E96F2-FC1B-4F7E-AE19-0C341FB1472A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t"/>
        </a:ext>
      </dgm:extLst>
    </dgm:pt>
    <dgm:pt modelId="{5CCC6FA0-1708-44E2-86A7-7ADDC569BD53}" type="pres">
      <dgm:prSet presAssocID="{436E96F2-FC1B-4F7E-AE19-0C341FB1472A}" presName="spaceRect" presStyleCnt="0"/>
      <dgm:spPr/>
    </dgm:pt>
    <dgm:pt modelId="{989FDD37-E359-40ED-958B-B38BF14092E2}" type="pres">
      <dgm:prSet presAssocID="{436E96F2-FC1B-4F7E-AE19-0C341FB1472A}" presName="parTx" presStyleLbl="revTx" presStyleIdx="4" presStyleCnt="6">
        <dgm:presLayoutVars>
          <dgm:chMax val="0"/>
          <dgm:chPref val="0"/>
        </dgm:presLayoutVars>
      </dgm:prSet>
      <dgm:spPr/>
    </dgm:pt>
    <dgm:pt modelId="{71840C0B-6D01-4239-8424-2853486F7282}" type="pres">
      <dgm:prSet presAssocID="{9FB68C37-E1B1-436F-8493-14155F5DE4CF}" presName="sibTrans" presStyleCnt="0"/>
      <dgm:spPr/>
    </dgm:pt>
    <dgm:pt modelId="{92B6BA98-669E-4596-9627-74CA0D63948C}" type="pres">
      <dgm:prSet presAssocID="{377AF380-2B87-4254-87A0-224C9DB76037}" presName="compNode" presStyleCnt="0"/>
      <dgm:spPr/>
    </dgm:pt>
    <dgm:pt modelId="{4E52E635-B699-4265-9217-B4159839ADEC}" type="pres">
      <dgm:prSet presAssocID="{377AF380-2B87-4254-87A0-224C9DB76037}" presName="bgRect" presStyleLbl="bgShp" presStyleIdx="5" presStyleCnt="6"/>
      <dgm:spPr/>
    </dgm:pt>
    <dgm:pt modelId="{FDFE0924-C903-4383-94E0-C0AF96076C21}" type="pres">
      <dgm:prSet presAssocID="{377AF380-2B87-4254-87A0-224C9DB76037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49EE39AC-07E6-45B4-9B69-4F9D2A90FAF5}" type="pres">
      <dgm:prSet presAssocID="{377AF380-2B87-4254-87A0-224C9DB76037}" presName="spaceRect" presStyleCnt="0"/>
      <dgm:spPr/>
    </dgm:pt>
    <dgm:pt modelId="{73D914FD-2F53-43EE-87BD-9C9AE2F34DD4}" type="pres">
      <dgm:prSet presAssocID="{377AF380-2B87-4254-87A0-224C9DB76037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872CCE1D-2B2B-4F8E-9610-A8CD35D51009}" srcId="{1EBEC4F0-D3A0-47E4-84BC-9A7E53BA3AD9}" destId="{377AF380-2B87-4254-87A0-224C9DB76037}" srcOrd="5" destOrd="0" parTransId="{DC0B5F38-04D4-4551-A018-D45EDABCBF87}" sibTransId="{4C451E3E-DB1D-464E-B0D1-1B9FADDB4ECD}"/>
    <dgm:cxn modelId="{C69CD52E-1353-49A4-8800-584B12281CF2}" type="presOf" srcId="{0A96DEF2-01D4-4D2A-97B4-A078CB82DCFE}" destId="{C7ADFF7C-956F-42BC-A22B-CFC3DAE7EB89}" srcOrd="0" destOrd="0" presId="urn:microsoft.com/office/officeart/2018/2/layout/IconVerticalSolidList"/>
    <dgm:cxn modelId="{B39E784C-C15F-4EE4-997A-EE1BF201DDB5}" type="presOf" srcId="{1EBEC4F0-D3A0-47E4-84BC-9A7E53BA3AD9}" destId="{66433690-7C2F-430D-8490-D186EE0FC35A}" srcOrd="0" destOrd="0" presId="urn:microsoft.com/office/officeart/2018/2/layout/IconVerticalSolidList"/>
    <dgm:cxn modelId="{04D90F4F-E9D3-437C-AA2B-DBC87FCBFB51}" srcId="{1EBEC4F0-D3A0-47E4-84BC-9A7E53BA3AD9}" destId="{D725C45C-B80A-411F-A6E1-85C05A828DBE}" srcOrd="3" destOrd="0" parTransId="{B51CD677-C220-4FAE-9CD2-E8353560F154}" sibTransId="{AAF81947-6D71-48C0-AFA1-EA9B0B0C93A1}"/>
    <dgm:cxn modelId="{30373A54-0832-4C6F-8C52-1DC1D5A74125}" srcId="{1EBEC4F0-D3A0-47E4-84BC-9A7E53BA3AD9}" destId="{0A96DEF2-01D4-4D2A-97B4-A078CB82DCFE}" srcOrd="2" destOrd="0" parTransId="{4696275B-FF02-4EDD-90D6-C9A8A8C2B382}" sibTransId="{2BC49E56-9A75-4A37-940A-6512E560D99E}"/>
    <dgm:cxn modelId="{8A7BD775-30EC-4E82-96E0-E8ABB3E79406}" srcId="{1EBEC4F0-D3A0-47E4-84BC-9A7E53BA3AD9}" destId="{1F3D3FE0-54BC-459C-AA90-9B2FFB202405}" srcOrd="1" destOrd="0" parTransId="{CDE3037F-F077-4388-A7A7-89C689C01548}" sibTransId="{358ED37D-2BAC-4CB5-94BC-3752F18B646A}"/>
    <dgm:cxn modelId="{F465B376-5ABF-45FE-9AD8-0E91AACB71D5}" type="presOf" srcId="{D725C45C-B80A-411F-A6E1-85C05A828DBE}" destId="{F397D210-6C08-48AE-86D9-CD6997955096}" srcOrd="0" destOrd="0" presId="urn:microsoft.com/office/officeart/2018/2/layout/IconVerticalSolidList"/>
    <dgm:cxn modelId="{A6031390-B29A-4AF6-BD35-4D0B934AD5DC}" type="presOf" srcId="{436E96F2-FC1B-4F7E-AE19-0C341FB1472A}" destId="{989FDD37-E359-40ED-958B-B38BF14092E2}" srcOrd="0" destOrd="0" presId="urn:microsoft.com/office/officeart/2018/2/layout/IconVerticalSolidList"/>
    <dgm:cxn modelId="{8D17FEBC-1C02-4A26-86FA-6898759F122E}" type="presOf" srcId="{377AF380-2B87-4254-87A0-224C9DB76037}" destId="{73D914FD-2F53-43EE-87BD-9C9AE2F34DD4}" srcOrd="0" destOrd="0" presId="urn:microsoft.com/office/officeart/2018/2/layout/IconVerticalSolidList"/>
    <dgm:cxn modelId="{D9CF7ED1-A659-4254-B263-C5DB2CF86D57}" srcId="{1EBEC4F0-D3A0-47E4-84BC-9A7E53BA3AD9}" destId="{390AE052-2200-49A2-9A3A-6644DE072874}" srcOrd="0" destOrd="0" parTransId="{B717E88D-9715-415A-A0B4-7E31F62E0C18}" sibTransId="{1C8604B4-3ECA-4B01-B006-420DF4418C83}"/>
    <dgm:cxn modelId="{C1AD69D9-D222-43B9-9558-70C2711F9061}" type="presOf" srcId="{390AE052-2200-49A2-9A3A-6644DE072874}" destId="{510D5B28-7341-432B-842D-F9F30E7FFC65}" srcOrd="0" destOrd="0" presId="urn:microsoft.com/office/officeart/2018/2/layout/IconVerticalSolidList"/>
    <dgm:cxn modelId="{4D3848F5-DC7F-47B5-8D64-CAED60644FCA}" type="presOf" srcId="{1F3D3FE0-54BC-459C-AA90-9B2FFB202405}" destId="{9CCC67C0-BB3D-472A-9617-D5311544F990}" srcOrd="0" destOrd="0" presId="urn:microsoft.com/office/officeart/2018/2/layout/IconVerticalSolidList"/>
    <dgm:cxn modelId="{EDBEEEFE-D382-42FF-8ABA-8D88134B4713}" srcId="{1EBEC4F0-D3A0-47E4-84BC-9A7E53BA3AD9}" destId="{436E96F2-FC1B-4F7E-AE19-0C341FB1472A}" srcOrd="4" destOrd="0" parTransId="{FC30C029-E3C3-40D6-B815-7F183FAA26AA}" sibTransId="{9FB68C37-E1B1-436F-8493-14155F5DE4CF}"/>
    <dgm:cxn modelId="{3266343A-9845-44DA-B7BC-655521F5C5FE}" type="presParOf" srcId="{66433690-7C2F-430D-8490-D186EE0FC35A}" destId="{D63ABD5C-26D0-4D8D-A9B4-E0272A470504}" srcOrd="0" destOrd="0" presId="urn:microsoft.com/office/officeart/2018/2/layout/IconVerticalSolidList"/>
    <dgm:cxn modelId="{36AD3FAE-A261-4EC8-8BC8-5858CD0844F6}" type="presParOf" srcId="{D63ABD5C-26D0-4D8D-A9B4-E0272A470504}" destId="{AC9BC35C-BCE0-4FA0-8632-EFFAEAB92F29}" srcOrd="0" destOrd="0" presId="urn:microsoft.com/office/officeart/2018/2/layout/IconVerticalSolidList"/>
    <dgm:cxn modelId="{E4B7D08D-E232-420F-A2DD-68DE5CBF0F0B}" type="presParOf" srcId="{D63ABD5C-26D0-4D8D-A9B4-E0272A470504}" destId="{C27CC628-6E12-4606-B1F4-0AD209CB3979}" srcOrd="1" destOrd="0" presId="urn:microsoft.com/office/officeart/2018/2/layout/IconVerticalSolidList"/>
    <dgm:cxn modelId="{B344F53C-18E9-4D9D-9A24-0070BF1385B6}" type="presParOf" srcId="{D63ABD5C-26D0-4D8D-A9B4-E0272A470504}" destId="{014A60F7-C029-4160-A42D-77F68CB48922}" srcOrd="2" destOrd="0" presId="urn:microsoft.com/office/officeart/2018/2/layout/IconVerticalSolidList"/>
    <dgm:cxn modelId="{1F417A10-EC6A-46D8-9DB8-324AC00D1357}" type="presParOf" srcId="{D63ABD5C-26D0-4D8D-A9B4-E0272A470504}" destId="{510D5B28-7341-432B-842D-F9F30E7FFC65}" srcOrd="3" destOrd="0" presId="urn:microsoft.com/office/officeart/2018/2/layout/IconVerticalSolidList"/>
    <dgm:cxn modelId="{AC4D3749-44FD-4163-9AD9-9AE722269F52}" type="presParOf" srcId="{66433690-7C2F-430D-8490-D186EE0FC35A}" destId="{D6B5D5A0-C0A4-437A-B6CD-8C4548CC904F}" srcOrd="1" destOrd="0" presId="urn:microsoft.com/office/officeart/2018/2/layout/IconVerticalSolidList"/>
    <dgm:cxn modelId="{D65B7AD0-BA00-407F-9E53-096CA2F9E96F}" type="presParOf" srcId="{66433690-7C2F-430D-8490-D186EE0FC35A}" destId="{A5CFEE98-C2AF-4DF4-A446-EE53E4AB3E74}" srcOrd="2" destOrd="0" presId="urn:microsoft.com/office/officeart/2018/2/layout/IconVerticalSolidList"/>
    <dgm:cxn modelId="{F5B7A207-4A4C-4907-B1C9-F224D12853BC}" type="presParOf" srcId="{A5CFEE98-C2AF-4DF4-A446-EE53E4AB3E74}" destId="{84CF9E0F-7FA6-4FA7-BA83-039866029811}" srcOrd="0" destOrd="0" presId="urn:microsoft.com/office/officeart/2018/2/layout/IconVerticalSolidList"/>
    <dgm:cxn modelId="{CFB5357F-FEFF-4374-88E2-EA2DA4778294}" type="presParOf" srcId="{A5CFEE98-C2AF-4DF4-A446-EE53E4AB3E74}" destId="{ED61D333-1D20-425F-ADD6-7E0DD33E4FAC}" srcOrd="1" destOrd="0" presId="urn:microsoft.com/office/officeart/2018/2/layout/IconVerticalSolidList"/>
    <dgm:cxn modelId="{6DE6BC8D-4048-4736-9466-A0E75D32F6CB}" type="presParOf" srcId="{A5CFEE98-C2AF-4DF4-A446-EE53E4AB3E74}" destId="{DD853942-DD25-4517-8C4A-47074C96AA92}" srcOrd="2" destOrd="0" presId="urn:microsoft.com/office/officeart/2018/2/layout/IconVerticalSolidList"/>
    <dgm:cxn modelId="{208302D8-647A-4414-A041-270E778F7688}" type="presParOf" srcId="{A5CFEE98-C2AF-4DF4-A446-EE53E4AB3E74}" destId="{9CCC67C0-BB3D-472A-9617-D5311544F990}" srcOrd="3" destOrd="0" presId="urn:microsoft.com/office/officeart/2018/2/layout/IconVerticalSolidList"/>
    <dgm:cxn modelId="{A3C496EF-BAFA-4E81-84E9-8912E96D7CE8}" type="presParOf" srcId="{66433690-7C2F-430D-8490-D186EE0FC35A}" destId="{39298BEE-F94F-4572-97E2-04405656FC5B}" srcOrd="3" destOrd="0" presId="urn:microsoft.com/office/officeart/2018/2/layout/IconVerticalSolidList"/>
    <dgm:cxn modelId="{E9F30A8C-5B9B-47F4-8EF6-FA2794D09BB3}" type="presParOf" srcId="{66433690-7C2F-430D-8490-D186EE0FC35A}" destId="{A1E9A891-1DA7-42B1-9635-740754990BD7}" srcOrd="4" destOrd="0" presId="urn:microsoft.com/office/officeart/2018/2/layout/IconVerticalSolidList"/>
    <dgm:cxn modelId="{4E863CEA-82BD-415E-A833-28F83BF1AF5F}" type="presParOf" srcId="{A1E9A891-1DA7-42B1-9635-740754990BD7}" destId="{EF43772D-08AA-45A1-841A-C77010AB29E8}" srcOrd="0" destOrd="0" presId="urn:microsoft.com/office/officeart/2018/2/layout/IconVerticalSolidList"/>
    <dgm:cxn modelId="{7B6DF1EA-B725-400D-ACF1-2B33410D1A61}" type="presParOf" srcId="{A1E9A891-1DA7-42B1-9635-740754990BD7}" destId="{085148B0-DD13-4AD4-8240-C09BACEDFCE7}" srcOrd="1" destOrd="0" presId="urn:microsoft.com/office/officeart/2018/2/layout/IconVerticalSolidList"/>
    <dgm:cxn modelId="{35D40171-281B-4E22-A8AA-33892FA73AA2}" type="presParOf" srcId="{A1E9A891-1DA7-42B1-9635-740754990BD7}" destId="{C61AB78E-DA7F-4EBA-A09A-30C2223471F9}" srcOrd="2" destOrd="0" presId="urn:microsoft.com/office/officeart/2018/2/layout/IconVerticalSolidList"/>
    <dgm:cxn modelId="{34905ABC-1AB3-4AFE-A338-FC4453FC6BE6}" type="presParOf" srcId="{A1E9A891-1DA7-42B1-9635-740754990BD7}" destId="{C7ADFF7C-956F-42BC-A22B-CFC3DAE7EB89}" srcOrd="3" destOrd="0" presId="urn:microsoft.com/office/officeart/2018/2/layout/IconVerticalSolidList"/>
    <dgm:cxn modelId="{8B6A620F-0043-4D03-8B67-04D7B8B2E0F7}" type="presParOf" srcId="{66433690-7C2F-430D-8490-D186EE0FC35A}" destId="{D8E2937C-3EC6-4B1B-A751-F9660BD6C841}" srcOrd="5" destOrd="0" presId="urn:microsoft.com/office/officeart/2018/2/layout/IconVerticalSolidList"/>
    <dgm:cxn modelId="{D63DC5EF-F3B4-4FAC-AB7A-8E26C806C6A3}" type="presParOf" srcId="{66433690-7C2F-430D-8490-D186EE0FC35A}" destId="{F38FE4EB-7390-44CA-85E6-9C80F4D1D57C}" srcOrd="6" destOrd="0" presId="urn:microsoft.com/office/officeart/2018/2/layout/IconVerticalSolidList"/>
    <dgm:cxn modelId="{E91A0552-71A1-4F38-9B0A-DEF492550FCD}" type="presParOf" srcId="{F38FE4EB-7390-44CA-85E6-9C80F4D1D57C}" destId="{82A55735-5AD2-4629-AFA4-EB6D73B2A9BC}" srcOrd="0" destOrd="0" presId="urn:microsoft.com/office/officeart/2018/2/layout/IconVerticalSolidList"/>
    <dgm:cxn modelId="{52A8A12D-BF2A-4349-808D-856238407546}" type="presParOf" srcId="{F38FE4EB-7390-44CA-85E6-9C80F4D1D57C}" destId="{5B0EFEB7-B80B-499C-9E73-DB9ED0F45C48}" srcOrd="1" destOrd="0" presId="urn:microsoft.com/office/officeart/2018/2/layout/IconVerticalSolidList"/>
    <dgm:cxn modelId="{C3AA39C8-F681-43E3-AA13-0C29615F99D7}" type="presParOf" srcId="{F38FE4EB-7390-44CA-85E6-9C80F4D1D57C}" destId="{DC523B73-1347-43C1-998C-2B62030131EF}" srcOrd="2" destOrd="0" presId="urn:microsoft.com/office/officeart/2018/2/layout/IconVerticalSolidList"/>
    <dgm:cxn modelId="{47A46C9C-7B5E-4602-AD29-14644D982212}" type="presParOf" srcId="{F38FE4EB-7390-44CA-85E6-9C80F4D1D57C}" destId="{F397D210-6C08-48AE-86D9-CD6997955096}" srcOrd="3" destOrd="0" presId="urn:microsoft.com/office/officeart/2018/2/layout/IconVerticalSolidList"/>
    <dgm:cxn modelId="{C2B64735-644C-4EEB-8439-3C3BC6B7B833}" type="presParOf" srcId="{66433690-7C2F-430D-8490-D186EE0FC35A}" destId="{1A3D26B0-3B3A-4BBB-B624-08184033124C}" srcOrd="7" destOrd="0" presId="urn:microsoft.com/office/officeart/2018/2/layout/IconVerticalSolidList"/>
    <dgm:cxn modelId="{6433C5C0-F93A-4E37-95F8-2757F0952409}" type="presParOf" srcId="{66433690-7C2F-430D-8490-D186EE0FC35A}" destId="{7FF55BD0-31AA-4395-BF23-070D59C6E707}" srcOrd="8" destOrd="0" presId="urn:microsoft.com/office/officeart/2018/2/layout/IconVerticalSolidList"/>
    <dgm:cxn modelId="{6C43AF94-1AD5-4C06-8D1D-E7255B3705C2}" type="presParOf" srcId="{7FF55BD0-31AA-4395-BF23-070D59C6E707}" destId="{DEED60DC-C29D-4B61-A767-593BB82C58AF}" srcOrd="0" destOrd="0" presId="urn:microsoft.com/office/officeart/2018/2/layout/IconVerticalSolidList"/>
    <dgm:cxn modelId="{D84714E1-D8C7-4160-AD2B-AC2ADB63EB30}" type="presParOf" srcId="{7FF55BD0-31AA-4395-BF23-070D59C6E707}" destId="{87401476-5E23-42DE-8E39-1841BCDF04B7}" srcOrd="1" destOrd="0" presId="urn:microsoft.com/office/officeart/2018/2/layout/IconVerticalSolidList"/>
    <dgm:cxn modelId="{8F3259D0-71B5-490D-A6DB-704D51E9C7ED}" type="presParOf" srcId="{7FF55BD0-31AA-4395-BF23-070D59C6E707}" destId="{5CCC6FA0-1708-44E2-86A7-7ADDC569BD53}" srcOrd="2" destOrd="0" presId="urn:microsoft.com/office/officeart/2018/2/layout/IconVerticalSolidList"/>
    <dgm:cxn modelId="{6A08BC3B-60E3-4652-9A33-0FC861DC5492}" type="presParOf" srcId="{7FF55BD0-31AA-4395-BF23-070D59C6E707}" destId="{989FDD37-E359-40ED-958B-B38BF14092E2}" srcOrd="3" destOrd="0" presId="urn:microsoft.com/office/officeart/2018/2/layout/IconVerticalSolidList"/>
    <dgm:cxn modelId="{D1C4607A-DC2F-4D52-A39B-FBBB4B249662}" type="presParOf" srcId="{66433690-7C2F-430D-8490-D186EE0FC35A}" destId="{71840C0B-6D01-4239-8424-2853486F7282}" srcOrd="9" destOrd="0" presId="urn:microsoft.com/office/officeart/2018/2/layout/IconVerticalSolidList"/>
    <dgm:cxn modelId="{52FDCCE8-1CCD-49E0-800C-111605F68EE9}" type="presParOf" srcId="{66433690-7C2F-430D-8490-D186EE0FC35A}" destId="{92B6BA98-669E-4596-9627-74CA0D63948C}" srcOrd="10" destOrd="0" presId="urn:microsoft.com/office/officeart/2018/2/layout/IconVerticalSolidList"/>
    <dgm:cxn modelId="{147AD244-F8D5-4433-A05B-BA9A684830D8}" type="presParOf" srcId="{92B6BA98-669E-4596-9627-74CA0D63948C}" destId="{4E52E635-B699-4265-9217-B4159839ADEC}" srcOrd="0" destOrd="0" presId="urn:microsoft.com/office/officeart/2018/2/layout/IconVerticalSolidList"/>
    <dgm:cxn modelId="{B607F0B1-0E45-4139-BB06-6A11DB81F7D4}" type="presParOf" srcId="{92B6BA98-669E-4596-9627-74CA0D63948C}" destId="{FDFE0924-C903-4383-94E0-C0AF96076C21}" srcOrd="1" destOrd="0" presId="urn:microsoft.com/office/officeart/2018/2/layout/IconVerticalSolidList"/>
    <dgm:cxn modelId="{39B90D76-CC4E-49FE-9D1B-44E3983F9D8C}" type="presParOf" srcId="{92B6BA98-669E-4596-9627-74CA0D63948C}" destId="{49EE39AC-07E6-45B4-9B69-4F9D2A90FAF5}" srcOrd="2" destOrd="0" presId="urn:microsoft.com/office/officeart/2018/2/layout/IconVerticalSolidList"/>
    <dgm:cxn modelId="{112FFC79-B1BC-45F5-A6B5-DF9DC3C3130B}" type="presParOf" srcId="{92B6BA98-669E-4596-9627-74CA0D63948C}" destId="{73D914FD-2F53-43EE-87BD-9C9AE2F34DD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FEC78F-17E4-4701-8609-8049A2D82A79}">
      <dsp:nvSpPr>
        <dsp:cNvPr id="0" name=""/>
        <dsp:cNvSpPr/>
      </dsp:nvSpPr>
      <dsp:spPr>
        <a:xfrm>
          <a:off x="207" y="424640"/>
          <a:ext cx="2506953" cy="300834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0" rIns="247631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Electrical fires often caused by short circuits</a:t>
          </a:r>
        </a:p>
      </dsp:txBody>
      <dsp:txXfrm>
        <a:off x="207" y="1627978"/>
        <a:ext cx="2506953" cy="1805006"/>
      </dsp:txXfrm>
    </dsp:sp>
    <dsp:sp modelId="{629E59F9-192F-44C6-93A2-F310DACBF773}">
      <dsp:nvSpPr>
        <dsp:cNvPr id="0" name=""/>
        <dsp:cNvSpPr/>
      </dsp:nvSpPr>
      <dsp:spPr>
        <a:xfrm>
          <a:off x="207" y="424640"/>
          <a:ext cx="2506953" cy="120333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165100" rIns="24763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207" y="424640"/>
        <a:ext cx="2506953" cy="1203337"/>
      </dsp:txXfrm>
    </dsp:sp>
    <dsp:sp modelId="{5C1C65B9-41AB-48D4-80B6-73C4BD6E1303}">
      <dsp:nvSpPr>
        <dsp:cNvPr id="0" name=""/>
        <dsp:cNvSpPr/>
      </dsp:nvSpPr>
      <dsp:spPr>
        <a:xfrm>
          <a:off x="2707717" y="424640"/>
          <a:ext cx="2506953" cy="300834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0" rIns="247631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Need to distinguish PSCT vs SSCT</a:t>
          </a:r>
        </a:p>
      </dsp:txBody>
      <dsp:txXfrm>
        <a:off x="2707717" y="1627978"/>
        <a:ext cx="2506953" cy="1805006"/>
      </dsp:txXfrm>
    </dsp:sp>
    <dsp:sp modelId="{C1AEC932-96D1-41C8-8156-BC7A34913040}">
      <dsp:nvSpPr>
        <dsp:cNvPr id="0" name=""/>
        <dsp:cNvSpPr/>
      </dsp:nvSpPr>
      <dsp:spPr>
        <a:xfrm>
          <a:off x="2707717" y="424640"/>
          <a:ext cx="2506953" cy="120333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165100" rIns="24763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2707717" y="424640"/>
        <a:ext cx="2506953" cy="1203337"/>
      </dsp:txXfrm>
    </dsp:sp>
    <dsp:sp modelId="{89916679-720F-437A-B788-F0C1215155E9}">
      <dsp:nvSpPr>
        <dsp:cNvPr id="0" name=""/>
        <dsp:cNvSpPr/>
      </dsp:nvSpPr>
      <dsp:spPr>
        <a:xfrm>
          <a:off x="5415228" y="424640"/>
          <a:ext cx="2506953" cy="300834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0" rIns="247631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Traditional methods are manual and subjective</a:t>
          </a:r>
        </a:p>
      </dsp:txBody>
      <dsp:txXfrm>
        <a:off x="5415228" y="1627978"/>
        <a:ext cx="2506953" cy="1805006"/>
      </dsp:txXfrm>
    </dsp:sp>
    <dsp:sp modelId="{CD4E73B8-77E6-4FA6-9A99-D4E35611C82A}">
      <dsp:nvSpPr>
        <dsp:cNvPr id="0" name=""/>
        <dsp:cNvSpPr/>
      </dsp:nvSpPr>
      <dsp:spPr>
        <a:xfrm>
          <a:off x="5415228" y="424640"/>
          <a:ext cx="2506953" cy="120333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165100" rIns="24763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5415228" y="424640"/>
        <a:ext cx="2506953" cy="1203337"/>
      </dsp:txXfrm>
    </dsp:sp>
    <dsp:sp modelId="{0AC0997A-6F09-4FDF-A2C9-A53340E25163}">
      <dsp:nvSpPr>
        <dsp:cNvPr id="0" name=""/>
        <dsp:cNvSpPr/>
      </dsp:nvSpPr>
      <dsp:spPr>
        <a:xfrm>
          <a:off x="8122738" y="424640"/>
          <a:ext cx="2506953" cy="300834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0" rIns="247631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AI enables automated classification</a:t>
          </a:r>
        </a:p>
      </dsp:txBody>
      <dsp:txXfrm>
        <a:off x="8122738" y="1627978"/>
        <a:ext cx="2506953" cy="1805006"/>
      </dsp:txXfrm>
    </dsp:sp>
    <dsp:sp modelId="{C321515A-F5A1-46F7-8F82-64701B423945}">
      <dsp:nvSpPr>
        <dsp:cNvPr id="0" name=""/>
        <dsp:cNvSpPr/>
      </dsp:nvSpPr>
      <dsp:spPr>
        <a:xfrm>
          <a:off x="8122738" y="424640"/>
          <a:ext cx="2506953" cy="120333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165100" rIns="24763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04</a:t>
          </a:r>
        </a:p>
      </dsp:txBody>
      <dsp:txXfrm>
        <a:off x="8122738" y="424640"/>
        <a:ext cx="2506953" cy="12033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2B6150-FBD3-49E1-98FE-C6D11CFC0FC9}">
      <dsp:nvSpPr>
        <dsp:cNvPr id="0" name=""/>
        <dsp:cNvSpPr/>
      </dsp:nvSpPr>
      <dsp:spPr>
        <a:xfrm>
          <a:off x="652949" y="308812"/>
          <a:ext cx="1921500" cy="1921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10E095-385B-4EB0-9B10-7969ABFBD535}">
      <dsp:nvSpPr>
        <dsp:cNvPr id="0" name=""/>
        <dsp:cNvSpPr/>
      </dsp:nvSpPr>
      <dsp:spPr>
        <a:xfrm>
          <a:off x="1062449" y="718312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9D0DB6-97F2-4C29-9525-8A84140D5B0E}">
      <dsp:nvSpPr>
        <dsp:cNvPr id="0" name=""/>
        <dsp:cNvSpPr/>
      </dsp:nvSpPr>
      <dsp:spPr>
        <a:xfrm>
          <a:off x="38699" y="2828813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• Develop Android-based classification system</a:t>
          </a:r>
        </a:p>
      </dsp:txBody>
      <dsp:txXfrm>
        <a:off x="38699" y="2828813"/>
        <a:ext cx="3150000" cy="720000"/>
      </dsp:txXfrm>
    </dsp:sp>
    <dsp:sp modelId="{16AC38CD-A4E9-4DDB-9E78-291B0F5140F0}">
      <dsp:nvSpPr>
        <dsp:cNvPr id="0" name=""/>
        <dsp:cNvSpPr/>
      </dsp:nvSpPr>
      <dsp:spPr>
        <a:xfrm>
          <a:off x="4354199" y="308812"/>
          <a:ext cx="1921500" cy="1921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9ED4F8-3182-4091-A512-843B2B61EE84}">
      <dsp:nvSpPr>
        <dsp:cNvPr id="0" name=""/>
        <dsp:cNvSpPr/>
      </dsp:nvSpPr>
      <dsp:spPr>
        <a:xfrm>
          <a:off x="4763699" y="718312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DEBA9D-EC14-48F4-B378-57104F414B01}">
      <dsp:nvSpPr>
        <dsp:cNvPr id="0" name=""/>
        <dsp:cNvSpPr/>
      </dsp:nvSpPr>
      <dsp:spPr>
        <a:xfrm>
          <a:off x="3739949" y="2828813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Use lightweight CNN models</a:t>
          </a:r>
        </a:p>
      </dsp:txBody>
      <dsp:txXfrm>
        <a:off x="3739949" y="2828813"/>
        <a:ext cx="3150000" cy="720000"/>
      </dsp:txXfrm>
    </dsp:sp>
    <dsp:sp modelId="{2786F4F1-D774-4EBD-92D6-2BD4AD2CAF79}">
      <dsp:nvSpPr>
        <dsp:cNvPr id="0" name=""/>
        <dsp:cNvSpPr/>
      </dsp:nvSpPr>
      <dsp:spPr>
        <a:xfrm>
          <a:off x="8055450" y="308812"/>
          <a:ext cx="1921500" cy="1921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0A0540-A2AE-4937-A8E4-07097E941146}">
      <dsp:nvSpPr>
        <dsp:cNvPr id="0" name=""/>
        <dsp:cNvSpPr/>
      </dsp:nvSpPr>
      <dsp:spPr>
        <a:xfrm>
          <a:off x="8464950" y="718312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A667B1-5D08-42D9-8D48-865230BFF96C}">
      <dsp:nvSpPr>
        <dsp:cNvPr id="0" name=""/>
        <dsp:cNvSpPr/>
      </dsp:nvSpPr>
      <dsp:spPr>
        <a:xfrm>
          <a:off x="7441200" y="2828813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Enable real-time mobile inference</a:t>
          </a:r>
        </a:p>
      </dsp:txBody>
      <dsp:txXfrm>
        <a:off x="7441200" y="2828813"/>
        <a:ext cx="315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DD8132-E257-4B42-80B6-94FAB6C11CBD}">
      <dsp:nvSpPr>
        <dsp:cNvPr id="0" name=""/>
        <dsp:cNvSpPr/>
      </dsp:nvSpPr>
      <dsp:spPr>
        <a:xfrm>
          <a:off x="663876" y="822903"/>
          <a:ext cx="1060082" cy="10600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4FCEF2-943A-4BF6-A70E-F68E8B54B49A}">
      <dsp:nvSpPr>
        <dsp:cNvPr id="0" name=""/>
        <dsp:cNvSpPr/>
      </dsp:nvSpPr>
      <dsp:spPr>
        <a:xfrm>
          <a:off x="16048" y="2197246"/>
          <a:ext cx="23557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Total images: 752</a:t>
          </a:r>
        </a:p>
      </dsp:txBody>
      <dsp:txXfrm>
        <a:off x="16048" y="2197246"/>
        <a:ext cx="2355738" cy="720000"/>
      </dsp:txXfrm>
    </dsp:sp>
    <dsp:sp modelId="{ECD79130-2E43-4F4B-96C0-04C56F3D744F}">
      <dsp:nvSpPr>
        <dsp:cNvPr id="0" name=""/>
        <dsp:cNvSpPr/>
      </dsp:nvSpPr>
      <dsp:spPr>
        <a:xfrm>
          <a:off x="3431868" y="822903"/>
          <a:ext cx="1060082" cy="10600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FFF598-A23E-43F3-948A-72F6590EB5B6}">
      <dsp:nvSpPr>
        <dsp:cNvPr id="0" name=""/>
        <dsp:cNvSpPr/>
      </dsp:nvSpPr>
      <dsp:spPr>
        <a:xfrm>
          <a:off x="2784040" y="2197246"/>
          <a:ext cx="23557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Classes: primary short-circuit traces (PSCT), secondary short-circuit traces (SSCT)</a:t>
          </a:r>
        </a:p>
      </dsp:txBody>
      <dsp:txXfrm>
        <a:off x="2784040" y="2197246"/>
        <a:ext cx="2355738" cy="720000"/>
      </dsp:txXfrm>
    </dsp:sp>
    <dsp:sp modelId="{7711D466-7460-49A5-8F12-C5D582D48B97}">
      <dsp:nvSpPr>
        <dsp:cNvPr id="0" name=""/>
        <dsp:cNvSpPr/>
      </dsp:nvSpPr>
      <dsp:spPr>
        <a:xfrm>
          <a:off x="6199861" y="822903"/>
          <a:ext cx="1060082" cy="10600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6C42B9-B35D-4DD4-A67C-D636FE5C179E}">
      <dsp:nvSpPr>
        <dsp:cNvPr id="0" name=""/>
        <dsp:cNvSpPr/>
      </dsp:nvSpPr>
      <dsp:spPr>
        <a:xfrm>
          <a:off x="5552033" y="2197246"/>
          <a:ext cx="23557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Split: 80% training, 20% testing</a:t>
          </a:r>
        </a:p>
      </dsp:txBody>
      <dsp:txXfrm>
        <a:off x="5552033" y="2197246"/>
        <a:ext cx="2355738" cy="720000"/>
      </dsp:txXfrm>
    </dsp:sp>
    <dsp:sp modelId="{1A4053E5-27E0-48DA-BABB-E8B5C46B6573}">
      <dsp:nvSpPr>
        <dsp:cNvPr id="0" name=""/>
        <dsp:cNvSpPr/>
      </dsp:nvSpPr>
      <dsp:spPr>
        <a:xfrm>
          <a:off x="8967853" y="822903"/>
          <a:ext cx="1060082" cy="10600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FB80A8-6ACF-43E5-9DB5-93B2C647BD9B}">
      <dsp:nvSpPr>
        <dsp:cNvPr id="0" name=""/>
        <dsp:cNvSpPr/>
      </dsp:nvSpPr>
      <dsp:spPr>
        <a:xfrm>
          <a:off x="8320025" y="2197246"/>
          <a:ext cx="23557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Augmentation: rotation, zoom, flip, brightness</a:t>
          </a:r>
        </a:p>
      </dsp:txBody>
      <dsp:txXfrm>
        <a:off x="8320025" y="2197246"/>
        <a:ext cx="2355738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76993A-EB27-4EFC-816E-62F48AE035A1}">
      <dsp:nvSpPr>
        <dsp:cNvPr id="0" name=""/>
        <dsp:cNvSpPr/>
      </dsp:nvSpPr>
      <dsp:spPr>
        <a:xfrm>
          <a:off x="0" y="8928"/>
          <a:ext cx="10691265" cy="1146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EfficientNet: 96.05% accuracy</a:t>
          </a:r>
        </a:p>
      </dsp:txBody>
      <dsp:txXfrm>
        <a:off x="55972" y="64900"/>
        <a:ext cx="10579321" cy="1034656"/>
      </dsp:txXfrm>
    </dsp:sp>
    <dsp:sp modelId="{6E726330-70F6-4D8F-BDC5-6BB30682935C}">
      <dsp:nvSpPr>
        <dsp:cNvPr id="0" name=""/>
        <dsp:cNvSpPr/>
      </dsp:nvSpPr>
      <dsp:spPr>
        <a:xfrm>
          <a:off x="0" y="1296648"/>
          <a:ext cx="10691265" cy="1146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• MobileNetV3: stable performance</a:t>
          </a:r>
        </a:p>
      </dsp:txBody>
      <dsp:txXfrm>
        <a:off x="55972" y="1352620"/>
        <a:ext cx="10579321" cy="1034656"/>
      </dsp:txXfrm>
    </dsp:sp>
    <dsp:sp modelId="{E0CAC9A5-206E-4F32-B1EC-71D5B14E504C}">
      <dsp:nvSpPr>
        <dsp:cNvPr id="0" name=""/>
        <dsp:cNvSpPr/>
      </dsp:nvSpPr>
      <dsp:spPr>
        <a:xfrm>
          <a:off x="0" y="2584368"/>
          <a:ext cx="10691265" cy="1146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• MobileNetV2: efficient and fast</a:t>
          </a:r>
        </a:p>
      </dsp:txBody>
      <dsp:txXfrm>
        <a:off x="55972" y="2640340"/>
        <a:ext cx="10579321" cy="103465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02E5C-93D5-4031-9482-F73DA29FB9AD}">
      <dsp:nvSpPr>
        <dsp:cNvPr id="0" name=""/>
        <dsp:cNvSpPr/>
      </dsp:nvSpPr>
      <dsp:spPr>
        <a:xfrm>
          <a:off x="0" y="509197"/>
          <a:ext cx="4769598" cy="6552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Image input (camera/gallery)</a:t>
          </a:r>
        </a:p>
      </dsp:txBody>
      <dsp:txXfrm>
        <a:off x="31984" y="541181"/>
        <a:ext cx="4705630" cy="591232"/>
      </dsp:txXfrm>
    </dsp:sp>
    <dsp:sp modelId="{82BF17B5-31DB-43EC-8C68-82A1AB5F3BCD}">
      <dsp:nvSpPr>
        <dsp:cNvPr id="0" name=""/>
        <dsp:cNvSpPr/>
      </dsp:nvSpPr>
      <dsp:spPr>
        <a:xfrm>
          <a:off x="0" y="1245037"/>
          <a:ext cx="4769598" cy="6552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Prediction result</a:t>
          </a:r>
        </a:p>
      </dsp:txBody>
      <dsp:txXfrm>
        <a:off x="31984" y="1277021"/>
        <a:ext cx="4705630" cy="591232"/>
      </dsp:txXfrm>
    </dsp:sp>
    <dsp:sp modelId="{CF161F61-7F4A-48E0-B3BC-3BF77CB5AF7A}">
      <dsp:nvSpPr>
        <dsp:cNvPr id="0" name=""/>
        <dsp:cNvSpPr/>
      </dsp:nvSpPr>
      <dsp:spPr>
        <a:xfrm>
          <a:off x="0" y="1980877"/>
          <a:ext cx="4769598" cy="6552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Probability output</a:t>
          </a:r>
        </a:p>
      </dsp:txBody>
      <dsp:txXfrm>
        <a:off x="31984" y="2012861"/>
        <a:ext cx="4705630" cy="591232"/>
      </dsp:txXfrm>
    </dsp:sp>
    <dsp:sp modelId="{13F93FE1-F736-4E69-BB3C-14C633EE1C91}">
      <dsp:nvSpPr>
        <dsp:cNvPr id="0" name=""/>
        <dsp:cNvSpPr/>
      </dsp:nvSpPr>
      <dsp:spPr>
        <a:xfrm>
          <a:off x="0" y="2716717"/>
          <a:ext cx="4769598" cy="6552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User-friendly UI</a:t>
          </a:r>
        </a:p>
      </dsp:txBody>
      <dsp:txXfrm>
        <a:off x="31984" y="2748701"/>
        <a:ext cx="4705630" cy="5912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55BA26-720C-4223-AE68-2073A7676129}">
      <dsp:nvSpPr>
        <dsp:cNvPr id="0" name=""/>
        <dsp:cNvSpPr/>
      </dsp:nvSpPr>
      <dsp:spPr>
        <a:xfrm>
          <a:off x="152400" y="0"/>
          <a:ext cx="5410200" cy="541020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B82D21-EC7F-4C82-9739-C7AE43E066AE}">
      <dsp:nvSpPr>
        <dsp:cNvPr id="0" name=""/>
        <dsp:cNvSpPr/>
      </dsp:nvSpPr>
      <dsp:spPr>
        <a:xfrm>
          <a:off x="666369" y="513969"/>
          <a:ext cx="2109978" cy="21099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✅ Real-time classification </a:t>
          </a:r>
        </a:p>
      </dsp:txBody>
      <dsp:txXfrm>
        <a:off x="769370" y="616970"/>
        <a:ext cx="1903976" cy="1903976"/>
      </dsp:txXfrm>
    </dsp:sp>
    <dsp:sp modelId="{A21D5186-E386-4C2C-8FE5-A214B76C6320}">
      <dsp:nvSpPr>
        <dsp:cNvPr id="0" name=""/>
        <dsp:cNvSpPr/>
      </dsp:nvSpPr>
      <dsp:spPr>
        <a:xfrm>
          <a:off x="2938653" y="513969"/>
          <a:ext cx="2109978" cy="21099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✅ No internet required (on-device inference) </a:t>
          </a:r>
        </a:p>
      </dsp:txBody>
      <dsp:txXfrm>
        <a:off x="3041654" y="616970"/>
        <a:ext cx="1903976" cy="1903976"/>
      </dsp:txXfrm>
    </dsp:sp>
    <dsp:sp modelId="{5CB9D259-8038-4F9C-B0E9-BD35AC891152}">
      <dsp:nvSpPr>
        <dsp:cNvPr id="0" name=""/>
        <dsp:cNvSpPr/>
      </dsp:nvSpPr>
      <dsp:spPr>
        <a:xfrm>
          <a:off x="666369" y="2786253"/>
          <a:ext cx="2109978" cy="21099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✅ Lightweight and efficient </a:t>
          </a:r>
        </a:p>
      </dsp:txBody>
      <dsp:txXfrm>
        <a:off x="769370" y="2889254"/>
        <a:ext cx="1903976" cy="1903976"/>
      </dsp:txXfrm>
    </dsp:sp>
    <dsp:sp modelId="{0E8AAD1D-36F2-42FA-A000-46B6EE41EAED}">
      <dsp:nvSpPr>
        <dsp:cNvPr id="0" name=""/>
        <dsp:cNvSpPr/>
      </dsp:nvSpPr>
      <dsp:spPr>
        <a:xfrm>
          <a:off x="2938653" y="2786253"/>
          <a:ext cx="2109978" cy="21099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✅ Suitable for field use (fire investigation) </a:t>
          </a:r>
        </a:p>
      </dsp:txBody>
      <dsp:txXfrm>
        <a:off x="3041654" y="2889254"/>
        <a:ext cx="1903976" cy="190397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9BC35C-BCE0-4FA0-8632-EFFAEAB92F29}">
      <dsp:nvSpPr>
        <dsp:cNvPr id="0" name=""/>
        <dsp:cNvSpPr/>
      </dsp:nvSpPr>
      <dsp:spPr>
        <a:xfrm>
          <a:off x="0" y="1778"/>
          <a:ext cx="6171948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7CC628-6E12-4606-B1F4-0AD209CB3979}">
      <dsp:nvSpPr>
        <dsp:cNvPr id="0" name=""/>
        <dsp:cNvSpPr/>
      </dsp:nvSpPr>
      <dsp:spPr>
        <a:xfrm>
          <a:off x="229296" y="172330"/>
          <a:ext cx="416903" cy="4169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D5B28-7341-432B-842D-F9F30E7FFC65}">
      <dsp:nvSpPr>
        <dsp:cNvPr id="0" name=""/>
        <dsp:cNvSpPr/>
      </dsp:nvSpPr>
      <dsp:spPr>
        <a:xfrm>
          <a:off x="875496" y="1778"/>
          <a:ext cx="5296451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Model trained in Python (Anaconda, TensorFlow/Keras) </a:t>
          </a:r>
          <a:endParaRPr lang="en-US" sz="1900" kern="1200"/>
        </a:p>
      </dsp:txBody>
      <dsp:txXfrm>
        <a:off x="875496" y="1778"/>
        <a:ext cx="5296451" cy="758005"/>
      </dsp:txXfrm>
    </dsp:sp>
    <dsp:sp modelId="{84CF9E0F-7FA6-4FA7-BA83-039866029811}">
      <dsp:nvSpPr>
        <dsp:cNvPr id="0" name=""/>
        <dsp:cNvSpPr/>
      </dsp:nvSpPr>
      <dsp:spPr>
        <a:xfrm>
          <a:off x="0" y="949286"/>
          <a:ext cx="6171948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61D333-1D20-425F-ADD6-7E0DD33E4FAC}">
      <dsp:nvSpPr>
        <dsp:cNvPr id="0" name=""/>
        <dsp:cNvSpPr/>
      </dsp:nvSpPr>
      <dsp:spPr>
        <a:xfrm>
          <a:off x="229296" y="1119837"/>
          <a:ext cx="416903" cy="4169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CC67C0-BB3D-472A-9617-D5311544F990}">
      <dsp:nvSpPr>
        <dsp:cNvPr id="0" name=""/>
        <dsp:cNvSpPr/>
      </dsp:nvSpPr>
      <dsp:spPr>
        <a:xfrm>
          <a:off x="875496" y="949286"/>
          <a:ext cx="5296451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Converted to TensorFlow Lite format </a:t>
          </a:r>
          <a:endParaRPr lang="en-US" sz="1900" kern="1200"/>
        </a:p>
      </dsp:txBody>
      <dsp:txXfrm>
        <a:off x="875496" y="949286"/>
        <a:ext cx="5296451" cy="758005"/>
      </dsp:txXfrm>
    </dsp:sp>
    <dsp:sp modelId="{EF43772D-08AA-45A1-841A-C77010AB29E8}">
      <dsp:nvSpPr>
        <dsp:cNvPr id="0" name=""/>
        <dsp:cNvSpPr/>
      </dsp:nvSpPr>
      <dsp:spPr>
        <a:xfrm>
          <a:off x="0" y="1896793"/>
          <a:ext cx="6171948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5148B0-DD13-4AD4-8240-C09BACEDFCE7}">
      <dsp:nvSpPr>
        <dsp:cNvPr id="0" name=""/>
        <dsp:cNvSpPr/>
      </dsp:nvSpPr>
      <dsp:spPr>
        <a:xfrm>
          <a:off x="229296" y="2067344"/>
          <a:ext cx="416903" cy="4169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ADFF7C-956F-42BC-A22B-CFC3DAE7EB89}">
      <dsp:nvSpPr>
        <dsp:cNvPr id="0" name=""/>
        <dsp:cNvSpPr/>
      </dsp:nvSpPr>
      <dsp:spPr>
        <a:xfrm>
          <a:off x="875496" y="1896793"/>
          <a:ext cx="5296451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Integrated into Android Studio (Java) </a:t>
          </a:r>
          <a:endParaRPr lang="en-US" sz="1900" kern="1200"/>
        </a:p>
      </dsp:txBody>
      <dsp:txXfrm>
        <a:off x="875496" y="1896793"/>
        <a:ext cx="5296451" cy="758005"/>
      </dsp:txXfrm>
    </dsp:sp>
    <dsp:sp modelId="{82A55735-5AD2-4629-AFA4-EB6D73B2A9BC}">
      <dsp:nvSpPr>
        <dsp:cNvPr id="0" name=""/>
        <dsp:cNvSpPr/>
      </dsp:nvSpPr>
      <dsp:spPr>
        <a:xfrm>
          <a:off x="0" y="2844300"/>
          <a:ext cx="6171948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0EFEB7-B80B-499C-9E73-DB9ED0F45C48}">
      <dsp:nvSpPr>
        <dsp:cNvPr id="0" name=""/>
        <dsp:cNvSpPr/>
      </dsp:nvSpPr>
      <dsp:spPr>
        <a:xfrm>
          <a:off x="229296" y="3014852"/>
          <a:ext cx="416903" cy="4169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97D210-6C08-48AE-86D9-CD6997955096}">
      <dsp:nvSpPr>
        <dsp:cNvPr id="0" name=""/>
        <dsp:cNvSpPr/>
      </dsp:nvSpPr>
      <dsp:spPr>
        <a:xfrm>
          <a:off x="875496" y="2844300"/>
          <a:ext cx="5296451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Supports camera &amp; gallery input </a:t>
          </a:r>
          <a:endParaRPr lang="en-US" sz="1900" kern="1200"/>
        </a:p>
      </dsp:txBody>
      <dsp:txXfrm>
        <a:off x="875496" y="2844300"/>
        <a:ext cx="5296451" cy="758005"/>
      </dsp:txXfrm>
    </dsp:sp>
    <dsp:sp modelId="{DEED60DC-C29D-4B61-A767-593BB82C58AF}">
      <dsp:nvSpPr>
        <dsp:cNvPr id="0" name=""/>
        <dsp:cNvSpPr/>
      </dsp:nvSpPr>
      <dsp:spPr>
        <a:xfrm>
          <a:off x="0" y="3791808"/>
          <a:ext cx="6171948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401476-5E23-42DE-8E39-1841BCDF04B7}">
      <dsp:nvSpPr>
        <dsp:cNvPr id="0" name=""/>
        <dsp:cNvSpPr/>
      </dsp:nvSpPr>
      <dsp:spPr>
        <a:xfrm>
          <a:off x="229296" y="3962359"/>
          <a:ext cx="416903" cy="4169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9FDD37-E359-40ED-958B-B38BF14092E2}">
      <dsp:nvSpPr>
        <dsp:cNvPr id="0" name=""/>
        <dsp:cNvSpPr/>
      </dsp:nvSpPr>
      <dsp:spPr>
        <a:xfrm>
          <a:off x="875496" y="3791808"/>
          <a:ext cx="5296451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Performs real-time on-device classification </a:t>
          </a:r>
          <a:endParaRPr lang="en-US" sz="1900" kern="1200"/>
        </a:p>
      </dsp:txBody>
      <dsp:txXfrm>
        <a:off x="875496" y="3791808"/>
        <a:ext cx="5296451" cy="758005"/>
      </dsp:txXfrm>
    </dsp:sp>
    <dsp:sp modelId="{4E52E635-B699-4265-9217-B4159839ADEC}">
      <dsp:nvSpPr>
        <dsp:cNvPr id="0" name=""/>
        <dsp:cNvSpPr/>
      </dsp:nvSpPr>
      <dsp:spPr>
        <a:xfrm>
          <a:off x="0" y="4739315"/>
          <a:ext cx="6171948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FE0924-C903-4383-94E0-C0AF96076C21}">
      <dsp:nvSpPr>
        <dsp:cNvPr id="0" name=""/>
        <dsp:cNvSpPr/>
      </dsp:nvSpPr>
      <dsp:spPr>
        <a:xfrm>
          <a:off x="229296" y="4909866"/>
          <a:ext cx="416903" cy="4169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D914FD-2F53-43EE-87BD-9C9AE2F34DD4}">
      <dsp:nvSpPr>
        <dsp:cNvPr id="0" name=""/>
        <dsp:cNvSpPr/>
      </dsp:nvSpPr>
      <dsp:spPr>
        <a:xfrm>
          <a:off x="875496" y="4739315"/>
          <a:ext cx="5296451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Displays predicted class and confidence </a:t>
          </a:r>
          <a:endParaRPr lang="en-US" sz="1900" kern="1200"/>
        </a:p>
      </dsp:txBody>
      <dsp:txXfrm>
        <a:off x="875496" y="4739315"/>
        <a:ext cx="5296451" cy="7580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A45623-77C3-4017-B8B2-0E1E7E711F1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2C87E-9C3C-495F-8812-C259386DE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59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2C87E-9C3C-495F-8812-C259386DEBF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189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85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54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24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98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906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723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96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438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94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286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4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214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20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BACAAB-FC3F-8AD8-9FB9-D11296E45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676900" cy="2116539"/>
          </a:xfrm>
        </p:spPr>
        <p:txBody>
          <a:bodyPr>
            <a:noAutofit/>
          </a:bodyPr>
          <a:lstStyle/>
          <a:p>
            <a:r>
              <a:rPr lang="en-US" sz="2800" dirty="0"/>
              <a:t>Mobile Deep Learning Inference Framework for Android-Based Short-Circuit Trace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EC3DEB-FD46-8053-58C1-22D6437492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100" y="5423443"/>
            <a:ext cx="4857857" cy="100565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Supervisor: Prof. Junho Bang</a:t>
            </a:r>
          </a:p>
          <a:p>
            <a:r>
              <a:rPr lang="en-US" dirty="0"/>
              <a:t>Presenter: Hadi Nazari</a:t>
            </a:r>
          </a:p>
          <a:p>
            <a:r>
              <a:rPr lang="en-US" dirty="0"/>
              <a:t>IT Applied System Engineering</a:t>
            </a:r>
          </a:p>
          <a:p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FF6DE9F-DE68-DB2C-A027-CDC34EE9A3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930" r="25403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49A9B5-2205-6A9B-3E48-04CE046ED1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100" y="4567238"/>
            <a:ext cx="5676900" cy="229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081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7EC14-E31E-3020-60AF-107788C40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038F5967-A07C-7017-6D28-4B9B723E70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508545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8989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2D9D91-CC63-0562-2DF9-31894D037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en-US" dirty="0"/>
              <a:t>Objective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938BF9-C27D-7A46-A3E9-598146C671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2945609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9655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BBB8A-6559-AC82-1FC7-250F05E14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Proposed Framework for Electric Fire Short-Circuit Trace Classification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1C04E6-8050-FBE0-9394-5BBB6C52B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" y="2008855"/>
            <a:ext cx="10591800" cy="46021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970E1E-7068-33B8-66C1-C79053CCF8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672" y="4468304"/>
            <a:ext cx="1652766" cy="21427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3F7341-747B-635A-340B-F73AF66E0F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963" y="4468304"/>
            <a:ext cx="1824846" cy="214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588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8CA6C-46B9-D9D2-5C38-B17687175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 System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98431D-7FB6-8EFC-02BB-59FC81BB7E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468" y="1816100"/>
            <a:ext cx="3481598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87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43294-9242-DCDC-297D-E3C6B7D62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/>
              <a:t>Dataset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8E3260A2-5B7C-1EDD-25C2-3C1BE1148F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3450282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7942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77C9A-EF85-E630-BCEA-73A36BDE1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43FB80-F48B-AB47-CE31-C1ACBC792F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08926"/>
            <a:ext cx="10444899" cy="44541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352F41-621C-A6EE-C493-5B9E8069205C}"/>
              </a:ext>
            </a:extLst>
          </p:cNvPr>
          <p:cNvSpPr/>
          <p:nvPr/>
        </p:nvSpPr>
        <p:spPr>
          <a:xfrm>
            <a:off x="5505254" y="1093510"/>
            <a:ext cx="5886646" cy="143956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</a:rPr>
              <a:t>Input image resized to: 224 × 224 pixels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</a:rPr>
              <a:t>Converted into </a:t>
            </a:r>
            <a:r>
              <a:rPr lang="en-US" altLang="en-US" sz="2000" dirty="0" err="1">
                <a:solidFill>
                  <a:schemeClr val="tx1"/>
                </a:solidFill>
              </a:rPr>
              <a:t>ByteBuffer</a:t>
            </a:r>
            <a:r>
              <a:rPr lang="en-US" altLang="en-US" sz="2000" dirty="0">
                <a:solidFill>
                  <a:schemeClr val="tx1"/>
                </a:solidFill>
              </a:rPr>
              <a:t> format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</a:rPr>
              <a:t>Pixel normalization applied for model compatibility </a:t>
            </a:r>
          </a:p>
        </p:txBody>
      </p:sp>
    </p:spTree>
    <p:extLst>
      <p:ext uri="{BB962C8B-B14F-4D97-AF65-F5344CB8AC3E}">
        <p14:creationId xmlns:p14="http://schemas.microsoft.com/office/powerpoint/2010/main" val="2059661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940F93-6CA0-6E0A-7079-63800E0A3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4023657"/>
            <a:ext cx="3794760" cy="21104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Model Conversion (TensorFlow Lite)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394492-ADFE-6A6C-D51B-78C441E8F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72" r="2" b="5454"/>
          <a:stretch>
            <a:fillRect/>
          </a:stretch>
        </p:blipFill>
        <p:spPr>
          <a:xfrm>
            <a:off x="800100" y="717656"/>
            <a:ext cx="10591800" cy="30861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76800" y="4114590"/>
            <a:ext cx="9818" cy="20195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5638A833-A260-2196-CB85-A1AA329CB1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50933" y="4088705"/>
            <a:ext cx="6135924" cy="20939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 sz="1000"/>
              <a:t> After training, the best-performing model was converted to TensorFlow Lite (.</a:t>
            </a:r>
            <a:r>
              <a:rPr lang="en-US" altLang="en-US" sz="1000" err="1"/>
              <a:t>tflite</a:t>
            </a:r>
            <a:r>
              <a:rPr lang="en-US" altLang="en-US" sz="1000"/>
              <a:t>) format.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1000"/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 sz="1000"/>
              <a:t> This step enables: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100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000"/>
              <a:t>Reduced model size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000"/>
              <a:t>Faster inference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000"/>
              <a:t>Compatibility with mobile devices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516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39DCF-CA3C-C3E0-307A-67D326923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F5118-D1B7-D38B-BC7F-26DAC6F82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mobile application was developed using: </a:t>
            </a:r>
          </a:p>
          <a:p>
            <a:pPr lvl="1"/>
            <a:r>
              <a:rPr lang="en-US" b="1" dirty="0"/>
              <a:t>Java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Android Studio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6ED814-45EC-DF21-3D16-8345FD313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5651" y="914400"/>
            <a:ext cx="2812508" cy="28060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035964-0250-2742-09D7-AB6402B72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456" y="3429000"/>
            <a:ext cx="2753882" cy="255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729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37753-EF54-37E8-FD90-91822B4A9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93E085-27D9-68AE-8361-FCCF7526FD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68" b="13790"/>
          <a:stretch>
            <a:fillRect/>
          </a:stretch>
        </p:blipFill>
        <p:spPr>
          <a:xfrm>
            <a:off x="450056" y="1866900"/>
            <a:ext cx="11425238" cy="4171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0796BA-9704-39AC-024F-F84834E5B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599" y="2591924"/>
            <a:ext cx="1547502" cy="29051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550A65-F4CC-4859-2168-9E7E700071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1" y="2591924"/>
            <a:ext cx="1400174" cy="2884951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04346F-F2E2-7EFC-57AE-B3E136C6C764}"/>
              </a:ext>
            </a:extLst>
          </p:cNvPr>
          <p:cNvSpPr/>
          <p:nvPr/>
        </p:nvSpPr>
        <p:spPr>
          <a:xfrm>
            <a:off x="8576329" y="2817044"/>
            <a:ext cx="452927" cy="17091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94%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F736E64-9011-8268-DA69-8AC9C5B81AEE}"/>
              </a:ext>
            </a:extLst>
          </p:cNvPr>
          <p:cNvSpPr/>
          <p:nvPr/>
        </p:nvSpPr>
        <p:spPr>
          <a:xfrm>
            <a:off x="9154638" y="3924845"/>
            <a:ext cx="391015" cy="151499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6%</a:t>
            </a:r>
          </a:p>
        </p:txBody>
      </p:sp>
    </p:spTree>
    <p:extLst>
      <p:ext uri="{BB962C8B-B14F-4D97-AF65-F5344CB8AC3E}">
        <p14:creationId xmlns:p14="http://schemas.microsoft.com/office/powerpoint/2010/main" val="3636350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0E124-7616-F7B2-6E6A-584D271CD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</a:t>
            </a:r>
            <a:endParaRPr lang="en-US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40267E94-28BF-49F1-5F1B-1674EA319F8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2237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3D0AD61-C4EE-4A0B-8733-BAE046F63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04663A-AC38-2C22-F08A-6B5C83D95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7"/>
            <a:ext cx="10691813" cy="946391"/>
          </a:xfrm>
        </p:spPr>
        <p:txBody>
          <a:bodyPr>
            <a:normAutofit/>
          </a:bodyPr>
          <a:lstStyle/>
          <a:p>
            <a:r>
              <a:rPr lang="en-US"/>
              <a:t>Application Interface</a:t>
            </a:r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916C3E3-8382-46AB-88B8-8CAE8FF28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30D8004-2DC7-4D73-9CFF-53FCED18D2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035" y="1998045"/>
            <a:ext cx="2265484" cy="3950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A475A5-8236-4912-DE76-C1FBAA3271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201" y="1998045"/>
            <a:ext cx="2196461" cy="3950317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66B2F53-52E2-4B53-BAF3-FCB37CD9E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008E06-A8DE-C528-FA18-D0C943E727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4674718"/>
              </p:ext>
            </p:extLst>
          </p:nvPr>
        </p:nvGraphicFramePr>
        <p:xfrm>
          <a:off x="6622302" y="2067247"/>
          <a:ext cx="4769598" cy="38811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76007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85184E4-C93A-4E34-8365-1886AAC5D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8AF8C6-04F1-1BE5-3665-C9CFB3AD1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4762"/>
            <a:ext cx="3623818" cy="4559890"/>
          </a:xfrm>
        </p:spPr>
        <p:txBody>
          <a:bodyPr>
            <a:normAutofit/>
          </a:bodyPr>
          <a:lstStyle/>
          <a:p>
            <a:r>
              <a:rPr lang="en-US" sz="3400"/>
              <a:t>Advantages of the Mobile Implementation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AB0D40B-37F7-4F1F-B956-AFC12066A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68972" y="723901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2A33A803-484B-7AA7-BCD6-7CC02F1A85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7563327"/>
              </p:ext>
            </p:extLst>
          </p:nvPr>
        </p:nvGraphicFramePr>
        <p:xfrm>
          <a:off x="5715000" y="723900"/>
          <a:ext cx="57150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0621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05EF46-A95D-CCAC-7113-15EE9B80D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1018095"/>
          </a:xfrm>
        </p:spPr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Rectangle 1">
            <a:extLst>
              <a:ext uri="{FF2B5EF4-FFF2-40B4-BE49-F238E27FC236}">
                <a16:creationId xmlns:a16="http://schemas.microsoft.com/office/drawing/2014/main" id="{1F55EC4B-1A69-5A67-4E1C-5447175FB1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0505775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029935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301</Words>
  <Application>Microsoft Office PowerPoint</Application>
  <PresentationFormat>Widescreen</PresentationFormat>
  <Paragraphs>66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Calisto MT</vt:lpstr>
      <vt:lpstr>Univers Condensed</vt:lpstr>
      <vt:lpstr>ChronicleVTI</vt:lpstr>
      <vt:lpstr>Mobile Deep Learning Inference Framework for Android-Based Short-Circuit Trace Classification</vt:lpstr>
      <vt:lpstr>Introduction</vt:lpstr>
      <vt:lpstr>Objective</vt:lpstr>
      <vt:lpstr>Proposed Framework for Electric Fire Short-Circuit Trace Classification </vt:lpstr>
      <vt:lpstr>Android System Overview</vt:lpstr>
      <vt:lpstr>Dataset</vt:lpstr>
      <vt:lpstr>Preprocessing </vt:lpstr>
      <vt:lpstr>Model Conversion (TensorFlow Lite)</vt:lpstr>
      <vt:lpstr>Android Implementation</vt:lpstr>
      <vt:lpstr>System Overview</vt:lpstr>
      <vt:lpstr>Results</vt:lpstr>
      <vt:lpstr>Application Interface</vt:lpstr>
      <vt:lpstr>Advantages of the Mobile Implementation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Hadi Nazari</dc:creator>
  <cp:lastModifiedBy>Hadi Nazari</cp:lastModifiedBy>
  <cp:revision>8</cp:revision>
  <dcterms:created xsi:type="dcterms:W3CDTF">2026-04-02T07:02:16Z</dcterms:created>
  <dcterms:modified xsi:type="dcterms:W3CDTF">2026-04-02T08:38:21Z</dcterms:modified>
</cp:coreProperties>
</file>