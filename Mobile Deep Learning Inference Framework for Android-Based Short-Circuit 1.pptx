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5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1"/>
  </p:notesMasterIdLst>
  <p:sldIdLst>
    <p:sldId id="256" r:id="rId2"/>
    <p:sldId id="274" r:id="rId3"/>
    <p:sldId id="257" r:id="rId4"/>
    <p:sldId id="258" r:id="rId5"/>
    <p:sldId id="269" r:id="rId6"/>
    <p:sldId id="260" r:id="rId7"/>
    <p:sldId id="264" r:id="rId8"/>
    <p:sldId id="262" r:id="rId9"/>
    <p:sldId id="261" r:id="rId10"/>
    <p:sldId id="268" r:id="rId11"/>
    <p:sldId id="271" r:id="rId12"/>
    <p:sldId id="272" r:id="rId13"/>
    <p:sldId id="259" r:id="rId14"/>
    <p:sldId id="265" r:id="rId15"/>
    <p:sldId id="266" r:id="rId16"/>
    <p:sldId id="270" r:id="rId17"/>
    <p:sldId id="267" r:id="rId18"/>
    <p:sldId id="275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>
        <p:scale>
          <a:sx n="93" d="100"/>
          <a:sy n="93" d="100"/>
        </p:scale>
        <p:origin x="1272" y="34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4" Type="http://schemas.openxmlformats.org/officeDocument/2006/relationships/image" Target="../media/image20.svg"/></Relationships>
</file>

<file path=ppt/diagrams/_rels/data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image" Target="../media/image22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4" Type="http://schemas.openxmlformats.org/officeDocument/2006/relationships/image" Target="../media/image20.svg"/></Relationships>
</file>

<file path=ppt/diagrams/_rels/drawing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image" Target="../media/image22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2BB10E-DAE6-479F-A557-57A83EA8B0D3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38CB1A7-981E-494C-8B1C-A7256987BB2A}">
      <dgm:prSet/>
      <dgm:spPr/>
      <dgm:t>
        <a:bodyPr/>
        <a:lstStyle/>
        <a:p>
          <a:r>
            <a:rPr lang="en-US" b="0" i="0" baseline="0"/>
            <a:t>Introduction </a:t>
          </a:r>
          <a:endParaRPr lang="en-US"/>
        </a:p>
      </dgm:t>
    </dgm:pt>
    <dgm:pt modelId="{D1E11F44-99A5-4EE5-8042-2885F3E5B4B2}" type="parTrans" cxnId="{08932B27-1D26-4157-92AA-B736B77E418E}">
      <dgm:prSet/>
      <dgm:spPr/>
      <dgm:t>
        <a:bodyPr/>
        <a:lstStyle/>
        <a:p>
          <a:endParaRPr lang="en-US"/>
        </a:p>
      </dgm:t>
    </dgm:pt>
    <dgm:pt modelId="{0CF090A9-3A23-4306-BA2F-FCFBD92320A2}" type="sibTrans" cxnId="{08932B27-1D26-4157-92AA-B736B77E418E}">
      <dgm:prSet/>
      <dgm:spPr/>
      <dgm:t>
        <a:bodyPr/>
        <a:lstStyle/>
        <a:p>
          <a:endParaRPr lang="en-US"/>
        </a:p>
      </dgm:t>
    </dgm:pt>
    <dgm:pt modelId="{448E72D3-E786-4401-A549-FB1308C4D049}">
      <dgm:prSet/>
      <dgm:spPr/>
      <dgm:t>
        <a:bodyPr/>
        <a:lstStyle/>
        <a:p>
          <a:r>
            <a:rPr lang="en-US" b="0" i="0" baseline="0"/>
            <a:t>Objective </a:t>
          </a:r>
          <a:endParaRPr lang="en-US"/>
        </a:p>
      </dgm:t>
    </dgm:pt>
    <dgm:pt modelId="{FE34A43A-33C8-4A6B-B0F4-5F77B11A8E34}" type="parTrans" cxnId="{1C572D82-56F3-4A92-BFEF-3FE93CA39F7F}">
      <dgm:prSet/>
      <dgm:spPr/>
      <dgm:t>
        <a:bodyPr/>
        <a:lstStyle/>
        <a:p>
          <a:endParaRPr lang="en-US"/>
        </a:p>
      </dgm:t>
    </dgm:pt>
    <dgm:pt modelId="{66056BA5-EA7D-4B54-AC79-4D329A93775F}" type="sibTrans" cxnId="{1C572D82-56F3-4A92-BFEF-3FE93CA39F7F}">
      <dgm:prSet/>
      <dgm:spPr/>
      <dgm:t>
        <a:bodyPr/>
        <a:lstStyle/>
        <a:p>
          <a:endParaRPr lang="en-US"/>
        </a:p>
      </dgm:t>
    </dgm:pt>
    <dgm:pt modelId="{1F823CA7-A17E-4D88-809E-9DD8615CA820}">
      <dgm:prSet/>
      <dgm:spPr/>
      <dgm:t>
        <a:bodyPr/>
        <a:lstStyle/>
        <a:p>
          <a:r>
            <a:rPr lang="en-US" b="0" i="0" baseline="0"/>
            <a:t>Proposed System </a:t>
          </a:r>
          <a:endParaRPr lang="en-US"/>
        </a:p>
      </dgm:t>
    </dgm:pt>
    <dgm:pt modelId="{22C23403-B317-4AD4-9F12-DA69BDE63637}" type="parTrans" cxnId="{4B392FEF-FC05-449A-A458-DFA26B78BDFC}">
      <dgm:prSet/>
      <dgm:spPr/>
      <dgm:t>
        <a:bodyPr/>
        <a:lstStyle/>
        <a:p>
          <a:endParaRPr lang="en-US"/>
        </a:p>
      </dgm:t>
    </dgm:pt>
    <dgm:pt modelId="{8AE6216F-0E91-4B93-BE49-EF2942E4CAD3}" type="sibTrans" cxnId="{4B392FEF-FC05-449A-A458-DFA26B78BDFC}">
      <dgm:prSet/>
      <dgm:spPr/>
      <dgm:t>
        <a:bodyPr/>
        <a:lstStyle/>
        <a:p>
          <a:endParaRPr lang="en-US"/>
        </a:p>
      </dgm:t>
    </dgm:pt>
    <dgm:pt modelId="{2EC152A1-6672-49DF-B67D-F146F4A7C5F4}">
      <dgm:prSet/>
      <dgm:spPr/>
      <dgm:t>
        <a:bodyPr/>
        <a:lstStyle/>
        <a:p>
          <a:r>
            <a:rPr lang="en-US" b="0" i="0" baseline="0"/>
            <a:t>Dataset &amp; Preprocessing </a:t>
          </a:r>
          <a:endParaRPr lang="en-US"/>
        </a:p>
      </dgm:t>
    </dgm:pt>
    <dgm:pt modelId="{C83D15F1-5DAE-46EB-B498-B21CF5DC1B25}" type="parTrans" cxnId="{0654D3F7-7FC1-406F-B1C9-EBB7EA410755}">
      <dgm:prSet/>
      <dgm:spPr/>
      <dgm:t>
        <a:bodyPr/>
        <a:lstStyle/>
        <a:p>
          <a:endParaRPr lang="en-US"/>
        </a:p>
      </dgm:t>
    </dgm:pt>
    <dgm:pt modelId="{406F10C3-528D-4DE1-8581-AFA43CDFE56B}" type="sibTrans" cxnId="{0654D3F7-7FC1-406F-B1C9-EBB7EA410755}">
      <dgm:prSet/>
      <dgm:spPr/>
      <dgm:t>
        <a:bodyPr/>
        <a:lstStyle/>
        <a:p>
          <a:endParaRPr lang="en-US"/>
        </a:p>
      </dgm:t>
    </dgm:pt>
    <dgm:pt modelId="{778992E5-A550-4886-BA1A-9B6056D11367}">
      <dgm:prSet/>
      <dgm:spPr/>
      <dgm:t>
        <a:bodyPr/>
        <a:lstStyle/>
        <a:p>
          <a:r>
            <a:rPr lang="en-US" b="0" i="0" baseline="0"/>
            <a:t>Android Implementation </a:t>
          </a:r>
          <a:endParaRPr lang="en-US"/>
        </a:p>
      </dgm:t>
    </dgm:pt>
    <dgm:pt modelId="{A7AFD32B-EAAE-445E-A917-A22B773B55AD}" type="parTrans" cxnId="{D7A5DADF-D483-4A18-8C53-7B8C305B08E8}">
      <dgm:prSet/>
      <dgm:spPr/>
      <dgm:t>
        <a:bodyPr/>
        <a:lstStyle/>
        <a:p>
          <a:endParaRPr lang="en-US"/>
        </a:p>
      </dgm:t>
    </dgm:pt>
    <dgm:pt modelId="{CEF053F3-18A3-4C42-83FC-FD4C5A163494}" type="sibTrans" cxnId="{D7A5DADF-D483-4A18-8C53-7B8C305B08E8}">
      <dgm:prSet/>
      <dgm:spPr/>
      <dgm:t>
        <a:bodyPr/>
        <a:lstStyle/>
        <a:p>
          <a:endParaRPr lang="en-US"/>
        </a:p>
      </dgm:t>
    </dgm:pt>
    <dgm:pt modelId="{134A3C5C-5F3B-4722-B282-48FF5EEFA852}">
      <dgm:prSet/>
      <dgm:spPr/>
      <dgm:t>
        <a:bodyPr/>
        <a:lstStyle/>
        <a:p>
          <a:r>
            <a:rPr lang="en-US" b="0" i="0" baseline="0"/>
            <a:t>Model Conversion (TFLite) </a:t>
          </a:r>
          <a:endParaRPr lang="en-US"/>
        </a:p>
      </dgm:t>
    </dgm:pt>
    <dgm:pt modelId="{D0E5E853-AF38-427D-8216-8946B8B94168}" type="parTrans" cxnId="{8F7C3F93-1A2B-4EF2-9423-E64E1D2B04A9}">
      <dgm:prSet/>
      <dgm:spPr/>
      <dgm:t>
        <a:bodyPr/>
        <a:lstStyle/>
        <a:p>
          <a:endParaRPr lang="en-US"/>
        </a:p>
      </dgm:t>
    </dgm:pt>
    <dgm:pt modelId="{F2DAADE9-1B2D-4B37-A027-1403ED6C0C7A}" type="sibTrans" cxnId="{8F7C3F93-1A2B-4EF2-9423-E64E1D2B04A9}">
      <dgm:prSet/>
      <dgm:spPr/>
      <dgm:t>
        <a:bodyPr/>
        <a:lstStyle/>
        <a:p>
          <a:endParaRPr lang="en-US"/>
        </a:p>
      </dgm:t>
    </dgm:pt>
    <dgm:pt modelId="{63AD576E-6D0A-434D-A0AE-EE04B6AF1CCB}">
      <dgm:prSet/>
      <dgm:spPr/>
      <dgm:t>
        <a:bodyPr/>
        <a:lstStyle/>
        <a:p>
          <a:r>
            <a:rPr lang="en-US" b="0" i="0" baseline="0"/>
            <a:t>Results </a:t>
          </a:r>
          <a:endParaRPr lang="en-US"/>
        </a:p>
      </dgm:t>
    </dgm:pt>
    <dgm:pt modelId="{92EDAA42-0880-42FF-890D-53E642DCA607}" type="parTrans" cxnId="{B5A855AF-E9BA-4CCF-960F-0494F8F35BC0}">
      <dgm:prSet/>
      <dgm:spPr/>
      <dgm:t>
        <a:bodyPr/>
        <a:lstStyle/>
        <a:p>
          <a:endParaRPr lang="en-US"/>
        </a:p>
      </dgm:t>
    </dgm:pt>
    <dgm:pt modelId="{7E359B5D-4280-472F-B72D-23F9A7FE6462}" type="sibTrans" cxnId="{B5A855AF-E9BA-4CCF-960F-0494F8F35BC0}">
      <dgm:prSet/>
      <dgm:spPr/>
      <dgm:t>
        <a:bodyPr/>
        <a:lstStyle/>
        <a:p>
          <a:endParaRPr lang="en-US"/>
        </a:p>
      </dgm:t>
    </dgm:pt>
    <dgm:pt modelId="{DB46532A-9077-46C3-8827-3E13195B6164}">
      <dgm:prSet/>
      <dgm:spPr/>
      <dgm:t>
        <a:bodyPr/>
        <a:lstStyle/>
        <a:p>
          <a:r>
            <a:rPr lang="en-US" b="0" i="0" baseline="0"/>
            <a:t>Application Interface </a:t>
          </a:r>
          <a:endParaRPr lang="en-US"/>
        </a:p>
      </dgm:t>
    </dgm:pt>
    <dgm:pt modelId="{F1051940-1A8D-430D-9793-9AE23C901C78}" type="parTrans" cxnId="{ED2791D8-9C97-4841-B8C8-2BA2A0142B1B}">
      <dgm:prSet/>
      <dgm:spPr/>
      <dgm:t>
        <a:bodyPr/>
        <a:lstStyle/>
        <a:p>
          <a:endParaRPr lang="en-US"/>
        </a:p>
      </dgm:t>
    </dgm:pt>
    <dgm:pt modelId="{D3E3FE88-155B-4BC3-AF89-E0ED766A8100}" type="sibTrans" cxnId="{ED2791D8-9C97-4841-B8C8-2BA2A0142B1B}">
      <dgm:prSet/>
      <dgm:spPr/>
      <dgm:t>
        <a:bodyPr/>
        <a:lstStyle/>
        <a:p>
          <a:endParaRPr lang="en-US"/>
        </a:p>
      </dgm:t>
    </dgm:pt>
    <dgm:pt modelId="{2610E375-04A9-49D9-A882-8BFAED7CB238}">
      <dgm:prSet/>
      <dgm:spPr/>
      <dgm:t>
        <a:bodyPr/>
        <a:lstStyle/>
        <a:p>
          <a:r>
            <a:rPr lang="en-US" b="0" i="0" baseline="0"/>
            <a:t>Advantages </a:t>
          </a:r>
          <a:endParaRPr lang="en-US"/>
        </a:p>
      </dgm:t>
    </dgm:pt>
    <dgm:pt modelId="{28F3D8BC-8B6B-4CB4-A498-9BDF103FCE03}" type="parTrans" cxnId="{54009DE5-E7ED-4E51-AC5C-B41B0B92A154}">
      <dgm:prSet/>
      <dgm:spPr/>
      <dgm:t>
        <a:bodyPr/>
        <a:lstStyle/>
        <a:p>
          <a:endParaRPr lang="en-US"/>
        </a:p>
      </dgm:t>
    </dgm:pt>
    <dgm:pt modelId="{9A3D6598-A9D8-483B-A545-B7D85C373FC2}" type="sibTrans" cxnId="{54009DE5-E7ED-4E51-AC5C-B41B0B92A154}">
      <dgm:prSet/>
      <dgm:spPr/>
      <dgm:t>
        <a:bodyPr/>
        <a:lstStyle/>
        <a:p>
          <a:endParaRPr lang="en-US"/>
        </a:p>
      </dgm:t>
    </dgm:pt>
    <dgm:pt modelId="{EF23A69A-6D48-44B4-A5AF-A3EDDD40DE12}">
      <dgm:prSet/>
      <dgm:spPr/>
      <dgm:t>
        <a:bodyPr/>
        <a:lstStyle/>
        <a:p>
          <a:r>
            <a:rPr lang="en-US" b="0" i="0" baseline="0"/>
            <a:t>Conclusion </a:t>
          </a:r>
          <a:endParaRPr lang="en-US"/>
        </a:p>
      </dgm:t>
    </dgm:pt>
    <dgm:pt modelId="{D68D8CF6-9887-4459-B65B-E41A776BD0DE}" type="parTrans" cxnId="{85FE35EB-B624-42AB-8DF1-5EF03A7EF501}">
      <dgm:prSet/>
      <dgm:spPr/>
      <dgm:t>
        <a:bodyPr/>
        <a:lstStyle/>
        <a:p>
          <a:endParaRPr lang="en-US"/>
        </a:p>
      </dgm:t>
    </dgm:pt>
    <dgm:pt modelId="{595E82F3-51F3-4CC3-A848-D0F1CEEBDC50}" type="sibTrans" cxnId="{85FE35EB-B624-42AB-8DF1-5EF03A7EF501}">
      <dgm:prSet/>
      <dgm:spPr/>
      <dgm:t>
        <a:bodyPr/>
        <a:lstStyle/>
        <a:p>
          <a:endParaRPr lang="en-US"/>
        </a:p>
      </dgm:t>
    </dgm:pt>
    <dgm:pt modelId="{28726904-D179-4698-9D4B-880EDE6986B9}" type="pres">
      <dgm:prSet presAssocID="{8E2BB10E-DAE6-479F-A557-57A83EA8B0D3}" presName="vert0" presStyleCnt="0">
        <dgm:presLayoutVars>
          <dgm:dir/>
          <dgm:animOne val="branch"/>
          <dgm:animLvl val="lvl"/>
        </dgm:presLayoutVars>
      </dgm:prSet>
      <dgm:spPr/>
    </dgm:pt>
    <dgm:pt modelId="{7A70C4D2-3041-4740-88DF-07F89AAFEEF9}" type="pres">
      <dgm:prSet presAssocID="{538CB1A7-981E-494C-8B1C-A7256987BB2A}" presName="thickLine" presStyleLbl="alignNode1" presStyleIdx="0" presStyleCnt="10"/>
      <dgm:spPr/>
    </dgm:pt>
    <dgm:pt modelId="{7729017A-271B-40A4-B4C1-013712F86461}" type="pres">
      <dgm:prSet presAssocID="{538CB1A7-981E-494C-8B1C-A7256987BB2A}" presName="horz1" presStyleCnt="0"/>
      <dgm:spPr/>
    </dgm:pt>
    <dgm:pt modelId="{996F0F62-30D8-4B49-B18D-DE6A14F59CD2}" type="pres">
      <dgm:prSet presAssocID="{538CB1A7-981E-494C-8B1C-A7256987BB2A}" presName="tx1" presStyleLbl="revTx" presStyleIdx="0" presStyleCnt="10"/>
      <dgm:spPr/>
    </dgm:pt>
    <dgm:pt modelId="{D1F9484A-59FC-4BDD-ADC3-121CED9C9DAA}" type="pres">
      <dgm:prSet presAssocID="{538CB1A7-981E-494C-8B1C-A7256987BB2A}" presName="vert1" presStyleCnt="0"/>
      <dgm:spPr/>
    </dgm:pt>
    <dgm:pt modelId="{7BDDB403-F8A0-43D2-A044-518D8A4EF0C5}" type="pres">
      <dgm:prSet presAssocID="{448E72D3-E786-4401-A549-FB1308C4D049}" presName="thickLine" presStyleLbl="alignNode1" presStyleIdx="1" presStyleCnt="10"/>
      <dgm:spPr/>
    </dgm:pt>
    <dgm:pt modelId="{070DC413-4D6C-4A9F-A550-1CCADC845822}" type="pres">
      <dgm:prSet presAssocID="{448E72D3-E786-4401-A549-FB1308C4D049}" presName="horz1" presStyleCnt="0"/>
      <dgm:spPr/>
    </dgm:pt>
    <dgm:pt modelId="{9E75E756-F692-45C5-9C1B-DC06F6E5C451}" type="pres">
      <dgm:prSet presAssocID="{448E72D3-E786-4401-A549-FB1308C4D049}" presName="tx1" presStyleLbl="revTx" presStyleIdx="1" presStyleCnt="10"/>
      <dgm:spPr/>
    </dgm:pt>
    <dgm:pt modelId="{A1E46D70-AF37-4254-9B8A-5EEC63BC3889}" type="pres">
      <dgm:prSet presAssocID="{448E72D3-E786-4401-A549-FB1308C4D049}" presName="vert1" presStyleCnt="0"/>
      <dgm:spPr/>
    </dgm:pt>
    <dgm:pt modelId="{069095DE-BE56-419C-8D0B-3C9A2229F55B}" type="pres">
      <dgm:prSet presAssocID="{1F823CA7-A17E-4D88-809E-9DD8615CA820}" presName="thickLine" presStyleLbl="alignNode1" presStyleIdx="2" presStyleCnt="10"/>
      <dgm:spPr/>
    </dgm:pt>
    <dgm:pt modelId="{BB3F8A07-14B2-4637-85FC-E9B4926B0A43}" type="pres">
      <dgm:prSet presAssocID="{1F823CA7-A17E-4D88-809E-9DD8615CA820}" presName="horz1" presStyleCnt="0"/>
      <dgm:spPr/>
    </dgm:pt>
    <dgm:pt modelId="{3217425F-0619-4B53-BBE9-4B9DCC100703}" type="pres">
      <dgm:prSet presAssocID="{1F823CA7-A17E-4D88-809E-9DD8615CA820}" presName="tx1" presStyleLbl="revTx" presStyleIdx="2" presStyleCnt="10"/>
      <dgm:spPr/>
    </dgm:pt>
    <dgm:pt modelId="{41AA9462-6D3F-493A-939F-6571F586FF5B}" type="pres">
      <dgm:prSet presAssocID="{1F823CA7-A17E-4D88-809E-9DD8615CA820}" presName="vert1" presStyleCnt="0"/>
      <dgm:spPr/>
    </dgm:pt>
    <dgm:pt modelId="{60825383-00D5-442A-A644-E6D8BF558A87}" type="pres">
      <dgm:prSet presAssocID="{2EC152A1-6672-49DF-B67D-F146F4A7C5F4}" presName="thickLine" presStyleLbl="alignNode1" presStyleIdx="3" presStyleCnt="10"/>
      <dgm:spPr/>
    </dgm:pt>
    <dgm:pt modelId="{63551EC2-7356-4277-9978-F70AC33895CE}" type="pres">
      <dgm:prSet presAssocID="{2EC152A1-6672-49DF-B67D-F146F4A7C5F4}" presName="horz1" presStyleCnt="0"/>
      <dgm:spPr/>
    </dgm:pt>
    <dgm:pt modelId="{4525BF9A-AAED-4B88-A905-F3FC541CC207}" type="pres">
      <dgm:prSet presAssocID="{2EC152A1-6672-49DF-B67D-F146F4A7C5F4}" presName="tx1" presStyleLbl="revTx" presStyleIdx="3" presStyleCnt="10"/>
      <dgm:spPr/>
    </dgm:pt>
    <dgm:pt modelId="{E28EFC13-F75A-4DC5-8D89-58A81A8F7B6E}" type="pres">
      <dgm:prSet presAssocID="{2EC152A1-6672-49DF-B67D-F146F4A7C5F4}" presName="vert1" presStyleCnt="0"/>
      <dgm:spPr/>
    </dgm:pt>
    <dgm:pt modelId="{893015AC-E0D6-4FA7-B0A5-B13D4D9A3DFD}" type="pres">
      <dgm:prSet presAssocID="{778992E5-A550-4886-BA1A-9B6056D11367}" presName="thickLine" presStyleLbl="alignNode1" presStyleIdx="4" presStyleCnt="10"/>
      <dgm:spPr/>
    </dgm:pt>
    <dgm:pt modelId="{BC404308-54CD-41CB-ACC8-AA4AA9E07112}" type="pres">
      <dgm:prSet presAssocID="{778992E5-A550-4886-BA1A-9B6056D11367}" presName="horz1" presStyleCnt="0"/>
      <dgm:spPr/>
    </dgm:pt>
    <dgm:pt modelId="{C9F56E43-6900-4F26-ADBD-E592DC8E01D1}" type="pres">
      <dgm:prSet presAssocID="{778992E5-A550-4886-BA1A-9B6056D11367}" presName="tx1" presStyleLbl="revTx" presStyleIdx="4" presStyleCnt="10"/>
      <dgm:spPr/>
    </dgm:pt>
    <dgm:pt modelId="{90BD5A03-0B5F-4E48-9829-25FEFE09B074}" type="pres">
      <dgm:prSet presAssocID="{778992E5-A550-4886-BA1A-9B6056D11367}" presName="vert1" presStyleCnt="0"/>
      <dgm:spPr/>
    </dgm:pt>
    <dgm:pt modelId="{28016B69-E82C-4EE9-A38E-E47392D11B45}" type="pres">
      <dgm:prSet presAssocID="{134A3C5C-5F3B-4722-B282-48FF5EEFA852}" presName="thickLine" presStyleLbl="alignNode1" presStyleIdx="5" presStyleCnt="10"/>
      <dgm:spPr/>
    </dgm:pt>
    <dgm:pt modelId="{356711E6-202B-4C54-834A-282E43461EAD}" type="pres">
      <dgm:prSet presAssocID="{134A3C5C-5F3B-4722-B282-48FF5EEFA852}" presName="horz1" presStyleCnt="0"/>
      <dgm:spPr/>
    </dgm:pt>
    <dgm:pt modelId="{31E1192C-6F86-40E0-83FC-185D5436E993}" type="pres">
      <dgm:prSet presAssocID="{134A3C5C-5F3B-4722-B282-48FF5EEFA852}" presName="tx1" presStyleLbl="revTx" presStyleIdx="5" presStyleCnt="10"/>
      <dgm:spPr/>
    </dgm:pt>
    <dgm:pt modelId="{E0A9EF8D-B4D6-4466-B386-6D313D20A833}" type="pres">
      <dgm:prSet presAssocID="{134A3C5C-5F3B-4722-B282-48FF5EEFA852}" presName="vert1" presStyleCnt="0"/>
      <dgm:spPr/>
    </dgm:pt>
    <dgm:pt modelId="{E2B87CD8-B03D-4AFF-8B7B-2C410AAE2159}" type="pres">
      <dgm:prSet presAssocID="{63AD576E-6D0A-434D-A0AE-EE04B6AF1CCB}" presName="thickLine" presStyleLbl="alignNode1" presStyleIdx="6" presStyleCnt="10"/>
      <dgm:spPr/>
    </dgm:pt>
    <dgm:pt modelId="{BE42CB5E-E4AD-4077-93F7-8FA3E90B5021}" type="pres">
      <dgm:prSet presAssocID="{63AD576E-6D0A-434D-A0AE-EE04B6AF1CCB}" presName="horz1" presStyleCnt="0"/>
      <dgm:spPr/>
    </dgm:pt>
    <dgm:pt modelId="{148BE4B5-3F59-49C9-AD2C-65D6A2C14843}" type="pres">
      <dgm:prSet presAssocID="{63AD576E-6D0A-434D-A0AE-EE04B6AF1CCB}" presName="tx1" presStyleLbl="revTx" presStyleIdx="6" presStyleCnt="10"/>
      <dgm:spPr/>
    </dgm:pt>
    <dgm:pt modelId="{C98296FA-EC2E-4B14-A35C-3D236331260A}" type="pres">
      <dgm:prSet presAssocID="{63AD576E-6D0A-434D-A0AE-EE04B6AF1CCB}" presName="vert1" presStyleCnt="0"/>
      <dgm:spPr/>
    </dgm:pt>
    <dgm:pt modelId="{F7C28DA0-5196-4160-9C47-5E2C85BB8F5B}" type="pres">
      <dgm:prSet presAssocID="{DB46532A-9077-46C3-8827-3E13195B6164}" presName="thickLine" presStyleLbl="alignNode1" presStyleIdx="7" presStyleCnt="10"/>
      <dgm:spPr/>
    </dgm:pt>
    <dgm:pt modelId="{4950BBB1-A746-4B6A-8508-452A9C1098D2}" type="pres">
      <dgm:prSet presAssocID="{DB46532A-9077-46C3-8827-3E13195B6164}" presName="horz1" presStyleCnt="0"/>
      <dgm:spPr/>
    </dgm:pt>
    <dgm:pt modelId="{3DBAE693-D6F0-47AF-BF19-27A7E8FCCFC7}" type="pres">
      <dgm:prSet presAssocID="{DB46532A-9077-46C3-8827-3E13195B6164}" presName="tx1" presStyleLbl="revTx" presStyleIdx="7" presStyleCnt="10"/>
      <dgm:spPr/>
    </dgm:pt>
    <dgm:pt modelId="{AB6620DB-FE01-40F4-86B7-E0A0B4CEDD1F}" type="pres">
      <dgm:prSet presAssocID="{DB46532A-9077-46C3-8827-3E13195B6164}" presName="vert1" presStyleCnt="0"/>
      <dgm:spPr/>
    </dgm:pt>
    <dgm:pt modelId="{A9BB8887-9DDB-4649-BB2E-A99B0D531073}" type="pres">
      <dgm:prSet presAssocID="{2610E375-04A9-49D9-A882-8BFAED7CB238}" presName="thickLine" presStyleLbl="alignNode1" presStyleIdx="8" presStyleCnt="10"/>
      <dgm:spPr/>
    </dgm:pt>
    <dgm:pt modelId="{432D50F8-38FC-46E0-8E87-BD7B785C7FAD}" type="pres">
      <dgm:prSet presAssocID="{2610E375-04A9-49D9-A882-8BFAED7CB238}" presName="horz1" presStyleCnt="0"/>
      <dgm:spPr/>
    </dgm:pt>
    <dgm:pt modelId="{A7B01F53-1C30-458D-8112-3943E8BE3F01}" type="pres">
      <dgm:prSet presAssocID="{2610E375-04A9-49D9-A882-8BFAED7CB238}" presName="tx1" presStyleLbl="revTx" presStyleIdx="8" presStyleCnt="10"/>
      <dgm:spPr/>
    </dgm:pt>
    <dgm:pt modelId="{3522066F-670D-4067-8C8E-6045E6D2204F}" type="pres">
      <dgm:prSet presAssocID="{2610E375-04A9-49D9-A882-8BFAED7CB238}" presName="vert1" presStyleCnt="0"/>
      <dgm:spPr/>
    </dgm:pt>
    <dgm:pt modelId="{194885BA-DF5A-47BF-A04A-2000DB482234}" type="pres">
      <dgm:prSet presAssocID="{EF23A69A-6D48-44B4-A5AF-A3EDDD40DE12}" presName="thickLine" presStyleLbl="alignNode1" presStyleIdx="9" presStyleCnt="10"/>
      <dgm:spPr/>
    </dgm:pt>
    <dgm:pt modelId="{E28C5BA4-324B-4C33-848C-EEA4DDF34A1E}" type="pres">
      <dgm:prSet presAssocID="{EF23A69A-6D48-44B4-A5AF-A3EDDD40DE12}" presName="horz1" presStyleCnt="0"/>
      <dgm:spPr/>
    </dgm:pt>
    <dgm:pt modelId="{700D3ACF-2514-4F9B-BD7E-F903D65D4DEB}" type="pres">
      <dgm:prSet presAssocID="{EF23A69A-6D48-44B4-A5AF-A3EDDD40DE12}" presName="tx1" presStyleLbl="revTx" presStyleIdx="9" presStyleCnt="10"/>
      <dgm:spPr/>
    </dgm:pt>
    <dgm:pt modelId="{812B0117-D505-4004-9F3B-BF2C96E911B6}" type="pres">
      <dgm:prSet presAssocID="{EF23A69A-6D48-44B4-A5AF-A3EDDD40DE12}" presName="vert1" presStyleCnt="0"/>
      <dgm:spPr/>
    </dgm:pt>
  </dgm:ptLst>
  <dgm:cxnLst>
    <dgm:cxn modelId="{91D0FC13-BEDE-451B-AB18-91C01634C5B0}" type="presOf" srcId="{538CB1A7-981E-494C-8B1C-A7256987BB2A}" destId="{996F0F62-30D8-4B49-B18D-DE6A14F59CD2}" srcOrd="0" destOrd="0" presId="urn:microsoft.com/office/officeart/2008/layout/LinedList"/>
    <dgm:cxn modelId="{08932B27-1D26-4157-92AA-B736B77E418E}" srcId="{8E2BB10E-DAE6-479F-A557-57A83EA8B0D3}" destId="{538CB1A7-981E-494C-8B1C-A7256987BB2A}" srcOrd="0" destOrd="0" parTransId="{D1E11F44-99A5-4EE5-8042-2885F3E5B4B2}" sibTransId="{0CF090A9-3A23-4306-BA2F-FCFBD92320A2}"/>
    <dgm:cxn modelId="{63B6C42E-8F0D-4B17-9F92-02AF93A3D6B4}" type="presOf" srcId="{778992E5-A550-4886-BA1A-9B6056D11367}" destId="{C9F56E43-6900-4F26-ADBD-E592DC8E01D1}" srcOrd="0" destOrd="0" presId="urn:microsoft.com/office/officeart/2008/layout/LinedList"/>
    <dgm:cxn modelId="{FFDDD837-E2DD-4383-A333-5185B24199BA}" type="presOf" srcId="{2EC152A1-6672-49DF-B67D-F146F4A7C5F4}" destId="{4525BF9A-AAED-4B88-A905-F3FC541CC207}" srcOrd="0" destOrd="0" presId="urn:microsoft.com/office/officeart/2008/layout/LinedList"/>
    <dgm:cxn modelId="{CD60C45D-A288-4421-989D-06809637249B}" type="presOf" srcId="{63AD576E-6D0A-434D-A0AE-EE04B6AF1CCB}" destId="{148BE4B5-3F59-49C9-AD2C-65D6A2C14843}" srcOrd="0" destOrd="0" presId="urn:microsoft.com/office/officeart/2008/layout/LinedList"/>
    <dgm:cxn modelId="{6F7CB844-8BDF-4134-9821-99B5D14B69F1}" type="presOf" srcId="{1F823CA7-A17E-4D88-809E-9DD8615CA820}" destId="{3217425F-0619-4B53-BBE9-4B9DCC100703}" srcOrd="0" destOrd="0" presId="urn:microsoft.com/office/officeart/2008/layout/LinedList"/>
    <dgm:cxn modelId="{CC905459-68A0-4293-8CFA-A52829C3C57E}" type="presOf" srcId="{134A3C5C-5F3B-4722-B282-48FF5EEFA852}" destId="{31E1192C-6F86-40E0-83FC-185D5436E993}" srcOrd="0" destOrd="0" presId="urn:microsoft.com/office/officeart/2008/layout/LinedList"/>
    <dgm:cxn modelId="{1C572D82-56F3-4A92-BFEF-3FE93CA39F7F}" srcId="{8E2BB10E-DAE6-479F-A557-57A83EA8B0D3}" destId="{448E72D3-E786-4401-A549-FB1308C4D049}" srcOrd="1" destOrd="0" parTransId="{FE34A43A-33C8-4A6B-B0F4-5F77B11A8E34}" sibTransId="{66056BA5-EA7D-4B54-AC79-4D329A93775F}"/>
    <dgm:cxn modelId="{CDD4A38C-7811-43F4-975E-9931745B4E63}" type="presOf" srcId="{448E72D3-E786-4401-A549-FB1308C4D049}" destId="{9E75E756-F692-45C5-9C1B-DC06F6E5C451}" srcOrd="0" destOrd="0" presId="urn:microsoft.com/office/officeart/2008/layout/LinedList"/>
    <dgm:cxn modelId="{8F7C3F93-1A2B-4EF2-9423-E64E1D2B04A9}" srcId="{8E2BB10E-DAE6-479F-A557-57A83EA8B0D3}" destId="{134A3C5C-5F3B-4722-B282-48FF5EEFA852}" srcOrd="5" destOrd="0" parTransId="{D0E5E853-AF38-427D-8216-8946B8B94168}" sibTransId="{F2DAADE9-1B2D-4B37-A027-1403ED6C0C7A}"/>
    <dgm:cxn modelId="{7E25ABA0-8BF5-4112-9768-CE690971254E}" type="presOf" srcId="{2610E375-04A9-49D9-A882-8BFAED7CB238}" destId="{A7B01F53-1C30-458D-8112-3943E8BE3F01}" srcOrd="0" destOrd="0" presId="urn:microsoft.com/office/officeart/2008/layout/LinedList"/>
    <dgm:cxn modelId="{1F902EA2-9A1B-4EF3-9FFA-CC5320C0C0DE}" type="presOf" srcId="{8E2BB10E-DAE6-479F-A557-57A83EA8B0D3}" destId="{28726904-D179-4698-9D4B-880EDE6986B9}" srcOrd="0" destOrd="0" presId="urn:microsoft.com/office/officeart/2008/layout/LinedList"/>
    <dgm:cxn modelId="{B5A855AF-E9BA-4CCF-960F-0494F8F35BC0}" srcId="{8E2BB10E-DAE6-479F-A557-57A83EA8B0D3}" destId="{63AD576E-6D0A-434D-A0AE-EE04B6AF1CCB}" srcOrd="6" destOrd="0" parTransId="{92EDAA42-0880-42FF-890D-53E642DCA607}" sibTransId="{7E359B5D-4280-472F-B72D-23F9A7FE6462}"/>
    <dgm:cxn modelId="{7F8A0CCC-4923-4B87-99E8-142AC058A925}" type="presOf" srcId="{EF23A69A-6D48-44B4-A5AF-A3EDDD40DE12}" destId="{700D3ACF-2514-4F9B-BD7E-F903D65D4DEB}" srcOrd="0" destOrd="0" presId="urn:microsoft.com/office/officeart/2008/layout/LinedList"/>
    <dgm:cxn modelId="{ED2791D8-9C97-4841-B8C8-2BA2A0142B1B}" srcId="{8E2BB10E-DAE6-479F-A557-57A83EA8B0D3}" destId="{DB46532A-9077-46C3-8827-3E13195B6164}" srcOrd="7" destOrd="0" parTransId="{F1051940-1A8D-430D-9793-9AE23C901C78}" sibTransId="{D3E3FE88-155B-4BC3-AF89-E0ED766A8100}"/>
    <dgm:cxn modelId="{D7A5DADF-D483-4A18-8C53-7B8C305B08E8}" srcId="{8E2BB10E-DAE6-479F-A557-57A83EA8B0D3}" destId="{778992E5-A550-4886-BA1A-9B6056D11367}" srcOrd="4" destOrd="0" parTransId="{A7AFD32B-EAAE-445E-A917-A22B773B55AD}" sibTransId="{CEF053F3-18A3-4C42-83FC-FD4C5A163494}"/>
    <dgm:cxn modelId="{54009DE5-E7ED-4E51-AC5C-B41B0B92A154}" srcId="{8E2BB10E-DAE6-479F-A557-57A83EA8B0D3}" destId="{2610E375-04A9-49D9-A882-8BFAED7CB238}" srcOrd="8" destOrd="0" parTransId="{28F3D8BC-8B6B-4CB4-A498-9BDF103FCE03}" sibTransId="{9A3D6598-A9D8-483B-A545-B7D85C373FC2}"/>
    <dgm:cxn modelId="{85FE35EB-B624-42AB-8DF1-5EF03A7EF501}" srcId="{8E2BB10E-DAE6-479F-A557-57A83EA8B0D3}" destId="{EF23A69A-6D48-44B4-A5AF-A3EDDD40DE12}" srcOrd="9" destOrd="0" parTransId="{D68D8CF6-9887-4459-B65B-E41A776BD0DE}" sibTransId="{595E82F3-51F3-4CC3-A848-D0F1CEEBDC50}"/>
    <dgm:cxn modelId="{4B392FEF-FC05-449A-A458-DFA26B78BDFC}" srcId="{8E2BB10E-DAE6-479F-A557-57A83EA8B0D3}" destId="{1F823CA7-A17E-4D88-809E-9DD8615CA820}" srcOrd="2" destOrd="0" parTransId="{22C23403-B317-4AD4-9F12-DA69BDE63637}" sibTransId="{8AE6216F-0E91-4B93-BE49-EF2942E4CAD3}"/>
    <dgm:cxn modelId="{4D5FD9F4-AFF1-4129-9482-C9AD6ACA4299}" type="presOf" srcId="{DB46532A-9077-46C3-8827-3E13195B6164}" destId="{3DBAE693-D6F0-47AF-BF19-27A7E8FCCFC7}" srcOrd="0" destOrd="0" presId="urn:microsoft.com/office/officeart/2008/layout/LinedList"/>
    <dgm:cxn modelId="{0654D3F7-7FC1-406F-B1C9-EBB7EA410755}" srcId="{8E2BB10E-DAE6-479F-A557-57A83EA8B0D3}" destId="{2EC152A1-6672-49DF-B67D-F146F4A7C5F4}" srcOrd="3" destOrd="0" parTransId="{C83D15F1-5DAE-46EB-B498-B21CF5DC1B25}" sibTransId="{406F10C3-528D-4DE1-8581-AFA43CDFE56B}"/>
    <dgm:cxn modelId="{467DB261-7969-4045-9E48-F30E1A428F3F}" type="presParOf" srcId="{28726904-D179-4698-9D4B-880EDE6986B9}" destId="{7A70C4D2-3041-4740-88DF-07F89AAFEEF9}" srcOrd="0" destOrd="0" presId="urn:microsoft.com/office/officeart/2008/layout/LinedList"/>
    <dgm:cxn modelId="{E40DF337-EB6A-4262-B3E0-DEC7390DEC31}" type="presParOf" srcId="{28726904-D179-4698-9D4B-880EDE6986B9}" destId="{7729017A-271B-40A4-B4C1-013712F86461}" srcOrd="1" destOrd="0" presId="urn:microsoft.com/office/officeart/2008/layout/LinedList"/>
    <dgm:cxn modelId="{BA6856DB-C1A6-43AB-92B6-2D801C5ADE27}" type="presParOf" srcId="{7729017A-271B-40A4-B4C1-013712F86461}" destId="{996F0F62-30D8-4B49-B18D-DE6A14F59CD2}" srcOrd="0" destOrd="0" presId="urn:microsoft.com/office/officeart/2008/layout/LinedList"/>
    <dgm:cxn modelId="{BABB33BC-A1E0-405C-AF01-E8509E61B33B}" type="presParOf" srcId="{7729017A-271B-40A4-B4C1-013712F86461}" destId="{D1F9484A-59FC-4BDD-ADC3-121CED9C9DAA}" srcOrd="1" destOrd="0" presId="urn:microsoft.com/office/officeart/2008/layout/LinedList"/>
    <dgm:cxn modelId="{E6F43CDA-C845-49D3-A74C-C72397BCBA29}" type="presParOf" srcId="{28726904-D179-4698-9D4B-880EDE6986B9}" destId="{7BDDB403-F8A0-43D2-A044-518D8A4EF0C5}" srcOrd="2" destOrd="0" presId="urn:microsoft.com/office/officeart/2008/layout/LinedList"/>
    <dgm:cxn modelId="{EB123B14-8EA9-40F2-8182-4DB193E257F6}" type="presParOf" srcId="{28726904-D179-4698-9D4B-880EDE6986B9}" destId="{070DC413-4D6C-4A9F-A550-1CCADC845822}" srcOrd="3" destOrd="0" presId="urn:microsoft.com/office/officeart/2008/layout/LinedList"/>
    <dgm:cxn modelId="{C81549CC-F3A4-47FF-9AAC-C1E70645A1C6}" type="presParOf" srcId="{070DC413-4D6C-4A9F-A550-1CCADC845822}" destId="{9E75E756-F692-45C5-9C1B-DC06F6E5C451}" srcOrd="0" destOrd="0" presId="urn:microsoft.com/office/officeart/2008/layout/LinedList"/>
    <dgm:cxn modelId="{8309C24D-BF61-44FA-AD15-25F7C48320BE}" type="presParOf" srcId="{070DC413-4D6C-4A9F-A550-1CCADC845822}" destId="{A1E46D70-AF37-4254-9B8A-5EEC63BC3889}" srcOrd="1" destOrd="0" presId="urn:microsoft.com/office/officeart/2008/layout/LinedList"/>
    <dgm:cxn modelId="{231BBBB8-CE0E-454E-A545-F5452F083A61}" type="presParOf" srcId="{28726904-D179-4698-9D4B-880EDE6986B9}" destId="{069095DE-BE56-419C-8D0B-3C9A2229F55B}" srcOrd="4" destOrd="0" presId="urn:microsoft.com/office/officeart/2008/layout/LinedList"/>
    <dgm:cxn modelId="{A551D685-55B4-4D33-BDB6-CC4F3AEDDB1E}" type="presParOf" srcId="{28726904-D179-4698-9D4B-880EDE6986B9}" destId="{BB3F8A07-14B2-4637-85FC-E9B4926B0A43}" srcOrd="5" destOrd="0" presId="urn:microsoft.com/office/officeart/2008/layout/LinedList"/>
    <dgm:cxn modelId="{23432E9A-CB8F-45BB-82EB-2205767C4A25}" type="presParOf" srcId="{BB3F8A07-14B2-4637-85FC-E9B4926B0A43}" destId="{3217425F-0619-4B53-BBE9-4B9DCC100703}" srcOrd="0" destOrd="0" presId="urn:microsoft.com/office/officeart/2008/layout/LinedList"/>
    <dgm:cxn modelId="{0144A8EA-E6FD-41CB-A52B-CFBE43A4AFC1}" type="presParOf" srcId="{BB3F8A07-14B2-4637-85FC-E9B4926B0A43}" destId="{41AA9462-6D3F-493A-939F-6571F586FF5B}" srcOrd="1" destOrd="0" presId="urn:microsoft.com/office/officeart/2008/layout/LinedList"/>
    <dgm:cxn modelId="{C41CD458-089D-4768-B060-9157296E6F0F}" type="presParOf" srcId="{28726904-D179-4698-9D4B-880EDE6986B9}" destId="{60825383-00D5-442A-A644-E6D8BF558A87}" srcOrd="6" destOrd="0" presId="urn:microsoft.com/office/officeart/2008/layout/LinedList"/>
    <dgm:cxn modelId="{BCB66153-225A-4A13-BDEE-13CEAD32ADB0}" type="presParOf" srcId="{28726904-D179-4698-9D4B-880EDE6986B9}" destId="{63551EC2-7356-4277-9978-F70AC33895CE}" srcOrd="7" destOrd="0" presId="urn:microsoft.com/office/officeart/2008/layout/LinedList"/>
    <dgm:cxn modelId="{868B5FFA-6EA4-4D8F-B00F-DA5AE6895D46}" type="presParOf" srcId="{63551EC2-7356-4277-9978-F70AC33895CE}" destId="{4525BF9A-AAED-4B88-A905-F3FC541CC207}" srcOrd="0" destOrd="0" presId="urn:microsoft.com/office/officeart/2008/layout/LinedList"/>
    <dgm:cxn modelId="{D82649DE-13B1-45A2-A997-F6371017CEAA}" type="presParOf" srcId="{63551EC2-7356-4277-9978-F70AC33895CE}" destId="{E28EFC13-F75A-4DC5-8D89-58A81A8F7B6E}" srcOrd="1" destOrd="0" presId="urn:microsoft.com/office/officeart/2008/layout/LinedList"/>
    <dgm:cxn modelId="{3AF2F9CA-5A1B-402D-B7CE-65D5BBB2E829}" type="presParOf" srcId="{28726904-D179-4698-9D4B-880EDE6986B9}" destId="{893015AC-E0D6-4FA7-B0A5-B13D4D9A3DFD}" srcOrd="8" destOrd="0" presId="urn:microsoft.com/office/officeart/2008/layout/LinedList"/>
    <dgm:cxn modelId="{9168D985-6A67-472E-ACB8-1CFF6EF1B421}" type="presParOf" srcId="{28726904-D179-4698-9D4B-880EDE6986B9}" destId="{BC404308-54CD-41CB-ACC8-AA4AA9E07112}" srcOrd="9" destOrd="0" presId="urn:microsoft.com/office/officeart/2008/layout/LinedList"/>
    <dgm:cxn modelId="{89F50E71-ECC2-4127-AD17-29B7F6C7CC82}" type="presParOf" srcId="{BC404308-54CD-41CB-ACC8-AA4AA9E07112}" destId="{C9F56E43-6900-4F26-ADBD-E592DC8E01D1}" srcOrd="0" destOrd="0" presId="urn:microsoft.com/office/officeart/2008/layout/LinedList"/>
    <dgm:cxn modelId="{B08C9774-26DD-415C-9ECB-CB8F9AE5BEB9}" type="presParOf" srcId="{BC404308-54CD-41CB-ACC8-AA4AA9E07112}" destId="{90BD5A03-0B5F-4E48-9829-25FEFE09B074}" srcOrd="1" destOrd="0" presId="urn:microsoft.com/office/officeart/2008/layout/LinedList"/>
    <dgm:cxn modelId="{B9CCA1C4-8EB2-4B60-B8F0-5A8462BACE56}" type="presParOf" srcId="{28726904-D179-4698-9D4B-880EDE6986B9}" destId="{28016B69-E82C-4EE9-A38E-E47392D11B45}" srcOrd="10" destOrd="0" presId="urn:microsoft.com/office/officeart/2008/layout/LinedList"/>
    <dgm:cxn modelId="{DE67FF3A-8722-4A0F-A3A7-13915C328820}" type="presParOf" srcId="{28726904-D179-4698-9D4B-880EDE6986B9}" destId="{356711E6-202B-4C54-834A-282E43461EAD}" srcOrd="11" destOrd="0" presId="urn:microsoft.com/office/officeart/2008/layout/LinedList"/>
    <dgm:cxn modelId="{93266BF1-3F3C-4901-9B1F-A3E8C789CA3A}" type="presParOf" srcId="{356711E6-202B-4C54-834A-282E43461EAD}" destId="{31E1192C-6F86-40E0-83FC-185D5436E993}" srcOrd="0" destOrd="0" presId="urn:microsoft.com/office/officeart/2008/layout/LinedList"/>
    <dgm:cxn modelId="{ACDB16EF-3C77-4AEC-B1B8-D7A5525EEF79}" type="presParOf" srcId="{356711E6-202B-4C54-834A-282E43461EAD}" destId="{E0A9EF8D-B4D6-4466-B386-6D313D20A833}" srcOrd="1" destOrd="0" presId="urn:microsoft.com/office/officeart/2008/layout/LinedList"/>
    <dgm:cxn modelId="{436D9FBB-ECA4-4CFD-BA97-45CF20B36ECD}" type="presParOf" srcId="{28726904-D179-4698-9D4B-880EDE6986B9}" destId="{E2B87CD8-B03D-4AFF-8B7B-2C410AAE2159}" srcOrd="12" destOrd="0" presId="urn:microsoft.com/office/officeart/2008/layout/LinedList"/>
    <dgm:cxn modelId="{305D652E-19A2-4FDD-9373-6A64CCD583BC}" type="presParOf" srcId="{28726904-D179-4698-9D4B-880EDE6986B9}" destId="{BE42CB5E-E4AD-4077-93F7-8FA3E90B5021}" srcOrd="13" destOrd="0" presId="urn:microsoft.com/office/officeart/2008/layout/LinedList"/>
    <dgm:cxn modelId="{6415FCF9-BB81-4D97-BB45-118CAE807D20}" type="presParOf" srcId="{BE42CB5E-E4AD-4077-93F7-8FA3E90B5021}" destId="{148BE4B5-3F59-49C9-AD2C-65D6A2C14843}" srcOrd="0" destOrd="0" presId="urn:microsoft.com/office/officeart/2008/layout/LinedList"/>
    <dgm:cxn modelId="{2012FF6F-EEC0-470F-A7BA-0FA14B61338B}" type="presParOf" srcId="{BE42CB5E-E4AD-4077-93F7-8FA3E90B5021}" destId="{C98296FA-EC2E-4B14-A35C-3D236331260A}" srcOrd="1" destOrd="0" presId="urn:microsoft.com/office/officeart/2008/layout/LinedList"/>
    <dgm:cxn modelId="{1ACB0EC3-2669-4298-B622-6211CDD2A83C}" type="presParOf" srcId="{28726904-D179-4698-9D4B-880EDE6986B9}" destId="{F7C28DA0-5196-4160-9C47-5E2C85BB8F5B}" srcOrd="14" destOrd="0" presId="urn:microsoft.com/office/officeart/2008/layout/LinedList"/>
    <dgm:cxn modelId="{9478B1DB-A007-4507-98F5-48D4E3A9DD56}" type="presParOf" srcId="{28726904-D179-4698-9D4B-880EDE6986B9}" destId="{4950BBB1-A746-4B6A-8508-452A9C1098D2}" srcOrd="15" destOrd="0" presId="urn:microsoft.com/office/officeart/2008/layout/LinedList"/>
    <dgm:cxn modelId="{17BC49FC-8871-4421-805E-945650F7D808}" type="presParOf" srcId="{4950BBB1-A746-4B6A-8508-452A9C1098D2}" destId="{3DBAE693-D6F0-47AF-BF19-27A7E8FCCFC7}" srcOrd="0" destOrd="0" presId="urn:microsoft.com/office/officeart/2008/layout/LinedList"/>
    <dgm:cxn modelId="{C4219824-2F48-4397-8480-199C3BB74108}" type="presParOf" srcId="{4950BBB1-A746-4B6A-8508-452A9C1098D2}" destId="{AB6620DB-FE01-40F4-86B7-E0A0B4CEDD1F}" srcOrd="1" destOrd="0" presId="urn:microsoft.com/office/officeart/2008/layout/LinedList"/>
    <dgm:cxn modelId="{80216374-441E-40BC-9417-3F4D04CB9C6E}" type="presParOf" srcId="{28726904-D179-4698-9D4B-880EDE6986B9}" destId="{A9BB8887-9DDB-4649-BB2E-A99B0D531073}" srcOrd="16" destOrd="0" presId="urn:microsoft.com/office/officeart/2008/layout/LinedList"/>
    <dgm:cxn modelId="{9D476FD4-8FE8-4209-AACB-6B4A65CB238E}" type="presParOf" srcId="{28726904-D179-4698-9D4B-880EDE6986B9}" destId="{432D50F8-38FC-46E0-8E87-BD7B785C7FAD}" srcOrd="17" destOrd="0" presId="urn:microsoft.com/office/officeart/2008/layout/LinedList"/>
    <dgm:cxn modelId="{171DD672-87CF-49ED-9B27-EC89521903ED}" type="presParOf" srcId="{432D50F8-38FC-46E0-8E87-BD7B785C7FAD}" destId="{A7B01F53-1C30-458D-8112-3943E8BE3F01}" srcOrd="0" destOrd="0" presId="urn:microsoft.com/office/officeart/2008/layout/LinedList"/>
    <dgm:cxn modelId="{4B5F7BE3-64EE-492B-87D6-8F78B0F83E8D}" type="presParOf" srcId="{432D50F8-38FC-46E0-8E87-BD7B785C7FAD}" destId="{3522066F-670D-4067-8C8E-6045E6D2204F}" srcOrd="1" destOrd="0" presId="urn:microsoft.com/office/officeart/2008/layout/LinedList"/>
    <dgm:cxn modelId="{30E94539-EB8E-4A30-B402-2712613739BD}" type="presParOf" srcId="{28726904-D179-4698-9D4B-880EDE6986B9}" destId="{194885BA-DF5A-47BF-A04A-2000DB482234}" srcOrd="18" destOrd="0" presId="urn:microsoft.com/office/officeart/2008/layout/LinedList"/>
    <dgm:cxn modelId="{19F4BE50-641B-4C9B-9E52-860DB4897C57}" type="presParOf" srcId="{28726904-D179-4698-9D4B-880EDE6986B9}" destId="{E28C5BA4-324B-4C33-848C-EEA4DDF34A1E}" srcOrd="19" destOrd="0" presId="urn:microsoft.com/office/officeart/2008/layout/LinedList"/>
    <dgm:cxn modelId="{A5678467-B236-4616-9829-71902D06A1A6}" type="presParOf" srcId="{E28C5BA4-324B-4C33-848C-EEA4DDF34A1E}" destId="{700D3ACF-2514-4F9B-BD7E-F903D65D4DEB}" srcOrd="0" destOrd="0" presId="urn:microsoft.com/office/officeart/2008/layout/LinedList"/>
    <dgm:cxn modelId="{0423D960-7F33-447F-9448-14419538AC77}" type="presParOf" srcId="{E28C5BA4-324B-4C33-848C-EEA4DDF34A1E}" destId="{812B0117-D505-4004-9F3B-BF2C96E911B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787DD0-CEB1-4A9C-B0E6-BFE0B12200DF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00E9632-785B-4D77-9258-5A17861A9136}">
      <dgm:prSet/>
      <dgm:spPr/>
      <dgm:t>
        <a:bodyPr/>
        <a:lstStyle/>
        <a:p>
          <a:r>
            <a:rPr lang="en-US"/>
            <a:t>Electrical fires often caused by short circuits</a:t>
          </a:r>
        </a:p>
      </dgm:t>
    </dgm:pt>
    <dgm:pt modelId="{6AD11FC1-6DE3-4EA7-B8E7-BD194015180A}" type="parTrans" cxnId="{0776DBE6-B2B2-4FEB-920D-10EBB5291015}">
      <dgm:prSet/>
      <dgm:spPr/>
      <dgm:t>
        <a:bodyPr/>
        <a:lstStyle/>
        <a:p>
          <a:endParaRPr lang="en-US"/>
        </a:p>
      </dgm:t>
    </dgm:pt>
    <dgm:pt modelId="{EFF6CEAE-B135-466F-819E-FA6762660595}" type="sibTrans" cxnId="{0776DBE6-B2B2-4FEB-920D-10EBB5291015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A4B70E55-2EE1-4F23-94F3-3DC585A48470}">
      <dgm:prSet/>
      <dgm:spPr/>
      <dgm:t>
        <a:bodyPr/>
        <a:lstStyle/>
        <a:p>
          <a:r>
            <a:rPr lang="en-US"/>
            <a:t>• Need to distinguish PSCT vs SSCT</a:t>
          </a:r>
        </a:p>
      </dgm:t>
    </dgm:pt>
    <dgm:pt modelId="{18782217-E638-4B69-9021-4F0E1D92A00A}" type="parTrans" cxnId="{FA015008-5E25-485E-B52D-3A6105A7272B}">
      <dgm:prSet/>
      <dgm:spPr/>
      <dgm:t>
        <a:bodyPr/>
        <a:lstStyle/>
        <a:p>
          <a:endParaRPr lang="en-US"/>
        </a:p>
      </dgm:t>
    </dgm:pt>
    <dgm:pt modelId="{29F53B95-118C-423E-AD28-AF0515DDB36D}" type="sibTrans" cxnId="{FA015008-5E25-485E-B52D-3A6105A7272B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DCD9694E-A747-4C40-A63D-0CEFD93834BA}">
      <dgm:prSet/>
      <dgm:spPr/>
      <dgm:t>
        <a:bodyPr/>
        <a:lstStyle/>
        <a:p>
          <a:r>
            <a:rPr lang="en-US"/>
            <a:t>• Traditional methods are manual and subjective</a:t>
          </a:r>
        </a:p>
      </dgm:t>
    </dgm:pt>
    <dgm:pt modelId="{1CA3F739-A2DE-4D8B-A0F0-73FF8CAE61BA}" type="parTrans" cxnId="{0A36AA09-AFD3-4E23-AFDD-24726046BB3A}">
      <dgm:prSet/>
      <dgm:spPr/>
      <dgm:t>
        <a:bodyPr/>
        <a:lstStyle/>
        <a:p>
          <a:endParaRPr lang="en-US"/>
        </a:p>
      </dgm:t>
    </dgm:pt>
    <dgm:pt modelId="{2105061C-E057-426D-8D28-36596CC8C01A}" type="sibTrans" cxnId="{0A36AA09-AFD3-4E23-AFDD-24726046BB3A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CFE9FDD1-9E18-4BA6-AE3B-A4277E1D42AB}">
      <dgm:prSet/>
      <dgm:spPr/>
      <dgm:t>
        <a:bodyPr/>
        <a:lstStyle/>
        <a:p>
          <a:r>
            <a:rPr lang="en-US"/>
            <a:t>• AI enables automated classification</a:t>
          </a:r>
        </a:p>
      </dgm:t>
    </dgm:pt>
    <dgm:pt modelId="{84C3899B-4C89-414D-BE62-68C786F06895}" type="parTrans" cxnId="{2FF79BCB-2809-43B8-BF05-19C5AAB1708C}">
      <dgm:prSet/>
      <dgm:spPr/>
      <dgm:t>
        <a:bodyPr/>
        <a:lstStyle/>
        <a:p>
          <a:endParaRPr lang="en-US"/>
        </a:p>
      </dgm:t>
    </dgm:pt>
    <dgm:pt modelId="{7EBB2AD4-3C2D-40E5-A56D-55FEA825C67C}" type="sibTrans" cxnId="{2FF79BCB-2809-43B8-BF05-19C5AAB1708C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9DAE0301-95CF-486F-BE84-7BA0C0F0EB40}" type="pres">
      <dgm:prSet presAssocID="{85787DD0-CEB1-4A9C-B0E6-BFE0B12200DF}" presName="Name0" presStyleCnt="0">
        <dgm:presLayoutVars>
          <dgm:animLvl val="lvl"/>
          <dgm:resizeHandles val="exact"/>
        </dgm:presLayoutVars>
      </dgm:prSet>
      <dgm:spPr/>
    </dgm:pt>
    <dgm:pt modelId="{133BAF12-F0EE-4387-9B18-DE3EF95D4763}" type="pres">
      <dgm:prSet presAssocID="{300E9632-785B-4D77-9258-5A17861A9136}" presName="compositeNode" presStyleCnt="0">
        <dgm:presLayoutVars>
          <dgm:bulletEnabled val="1"/>
        </dgm:presLayoutVars>
      </dgm:prSet>
      <dgm:spPr/>
    </dgm:pt>
    <dgm:pt modelId="{0BFEC78F-17E4-4701-8609-8049A2D82A79}" type="pres">
      <dgm:prSet presAssocID="{300E9632-785B-4D77-9258-5A17861A9136}" presName="bgRect" presStyleLbl="alignNode1" presStyleIdx="0" presStyleCnt="4"/>
      <dgm:spPr/>
    </dgm:pt>
    <dgm:pt modelId="{629E59F9-192F-44C6-93A2-F310DACBF773}" type="pres">
      <dgm:prSet presAssocID="{EFF6CEAE-B135-466F-819E-FA6762660595}" presName="sibTransNodeRect" presStyleLbl="alignNode1" presStyleIdx="0" presStyleCnt="4">
        <dgm:presLayoutVars>
          <dgm:chMax val="0"/>
          <dgm:bulletEnabled val="1"/>
        </dgm:presLayoutVars>
      </dgm:prSet>
      <dgm:spPr/>
    </dgm:pt>
    <dgm:pt modelId="{0C053904-FE13-412B-8430-BD2EA763E0EB}" type="pres">
      <dgm:prSet presAssocID="{300E9632-785B-4D77-9258-5A17861A9136}" presName="nodeRect" presStyleLbl="alignNode1" presStyleIdx="0" presStyleCnt="4">
        <dgm:presLayoutVars>
          <dgm:bulletEnabled val="1"/>
        </dgm:presLayoutVars>
      </dgm:prSet>
      <dgm:spPr/>
    </dgm:pt>
    <dgm:pt modelId="{12097885-9E27-4B53-B96D-93C5ED9DFFE6}" type="pres">
      <dgm:prSet presAssocID="{EFF6CEAE-B135-466F-819E-FA6762660595}" presName="sibTrans" presStyleCnt="0"/>
      <dgm:spPr/>
    </dgm:pt>
    <dgm:pt modelId="{02362A56-45EA-4AE6-8EBC-BC8B5EF8D4A9}" type="pres">
      <dgm:prSet presAssocID="{A4B70E55-2EE1-4F23-94F3-3DC585A48470}" presName="compositeNode" presStyleCnt="0">
        <dgm:presLayoutVars>
          <dgm:bulletEnabled val="1"/>
        </dgm:presLayoutVars>
      </dgm:prSet>
      <dgm:spPr/>
    </dgm:pt>
    <dgm:pt modelId="{5C1C65B9-41AB-48D4-80B6-73C4BD6E1303}" type="pres">
      <dgm:prSet presAssocID="{A4B70E55-2EE1-4F23-94F3-3DC585A48470}" presName="bgRect" presStyleLbl="alignNode1" presStyleIdx="1" presStyleCnt="4"/>
      <dgm:spPr/>
    </dgm:pt>
    <dgm:pt modelId="{C1AEC932-96D1-41C8-8156-BC7A34913040}" type="pres">
      <dgm:prSet presAssocID="{29F53B95-118C-423E-AD28-AF0515DDB36D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8549792C-79C0-4B56-B7B7-EC57A16F1ABE}" type="pres">
      <dgm:prSet presAssocID="{A4B70E55-2EE1-4F23-94F3-3DC585A48470}" presName="nodeRect" presStyleLbl="alignNode1" presStyleIdx="1" presStyleCnt="4">
        <dgm:presLayoutVars>
          <dgm:bulletEnabled val="1"/>
        </dgm:presLayoutVars>
      </dgm:prSet>
      <dgm:spPr/>
    </dgm:pt>
    <dgm:pt modelId="{B26E83EF-4A48-453F-B04B-E1C15DE7E2B0}" type="pres">
      <dgm:prSet presAssocID="{29F53B95-118C-423E-AD28-AF0515DDB36D}" presName="sibTrans" presStyleCnt="0"/>
      <dgm:spPr/>
    </dgm:pt>
    <dgm:pt modelId="{50D9683A-1B46-44E5-B632-07E498A48012}" type="pres">
      <dgm:prSet presAssocID="{DCD9694E-A747-4C40-A63D-0CEFD93834BA}" presName="compositeNode" presStyleCnt="0">
        <dgm:presLayoutVars>
          <dgm:bulletEnabled val="1"/>
        </dgm:presLayoutVars>
      </dgm:prSet>
      <dgm:spPr/>
    </dgm:pt>
    <dgm:pt modelId="{89916679-720F-437A-B788-F0C1215155E9}" type="pres">
      <dgm:prSet presAssocID="{DCD9694E-A747-4C40-A63D-0CEFD93834BA}" presName="bgRect" presStyleLbl="alignNode1" presStyleIdx="2" presStyleCnt="4"/>
      <dgm:spPr/>
    </dgm:pt>
    <dgm:pt modelId="{CD4E73B8-77E6-4FA6-9A99-D4E35611C82A}" type="pres">
      <dgm:prSet presAssocID="{2105061C-E057-426D-8D28-36596CC8C01A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C1BF94F9-2A10-4126-97DB-EB0D08F03A0F}" type="pres">
      <dgm:prSet presAssocID="{DCD9694E-A747-4C40-A63D-0CEFD93834BA}" presName="nodeRect" presStyleLbl="alignNode1" presStyleIdx="2" presStyleCnt="4">
        <dgm:presLayoutVars>
          <dgm:bulletEnabled val="1"/>
        </dgm:presLayoutVars>
      </dgm:prSet>
      <dgm:spPr/>
    </dgm:pt>
    <dgm:pt modelId="{0A032D61-D7D0-4DE5-B7C6-49F9DE374916}" type="pres">
      <dgm:prSet presAssocID="{2105061C-E057-426D-8D28-36596CC8C01A}" presName="sibTrans" presStyleCnt="0"/>
      <dgm:spPr/>
    </dgm:pt>
    <dgm:pt modelId="{0E88EA43-03B4-420A-81FF-14F064E49B04}" type="pres">
      <dgm:prSet presAssocID="{CFE9FDD1-9E18-4BA6-AE3B-A4277E1D42AB}" presName="compositeNode" presStyleCnt="0">
        <dgm:presLayoutVars>
          <dgm:bulletEnabled val="1"/>
        </dgm:presLayoutVars>
      </dgm:prSet>
      <dgm:spPr/>
    </dgm:pt>
    <dgm:pt modelId="{0AC0997A-6F09-4FDF-A2C9-A53340E25163}" type="pres">
      <dgm:prSet presAssocID="{CFE9FDD1-9E18-4BA6-AE3B-A4277E1D42AB}" presName="bgRect" presStyleLbl="alignNode1" presStyleIdx="3" presStyleCnt="4"/>
      <dgm:spPr/>
    </dgm:pt>
    <dgm:pt modelId="{C321515A-F5A1-46F7-8F82-64701B423945}" type="pres">
      <dgm:prSet presAssocID="{7EBB2AD4-3C2D-40E5-A56D-55FEA825C67C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08A048DA-CB97-4FDB-9997-31B062EFFDF3}" type="pres">
      <dgm:prSet presAssocID="{CFE9FDD1-9E18-4BA6-AE3B-A4277E1D42AB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FA015008-5E25-485E-B52D-3A6105A7272B}" srcId="{85787DD0-CEB1-4A9C-B0E6-BFE0B12200DF}" destId="{A4B70E55-2EE1-4F23-94F3-3DC585A48470}" srcOrd="1" destOrd="0" parTransId="{18782217-E638-4B69-9021-4F0E1D92A00A}" sibTransId="{29F53B95-118C-423E-AD28-AF0515DDB36D}"/>
    <dgm:cxn modelId="{0A36AA09-AFD3-4E23-AFDD-24726046BB3A}" srcId="{85787DD0-CEB1-4A9C-B0E6-BFE0B12200DF}" destId="{DCD9694E-A747-4C40-A63D-0CEFD93834BA}" srcOrd="2" destOrd="0" parTransId="{1CA3F739-A2DE-4D8B-A0F0-73FF8CAE61BA}" sibTransId="{2105061C-E057-426D-8D28-36596CC8C01A}"/>
    <dgm:cxn modelId="{9CE1831A-5E7F-40A6-9454-58377E1B8DBB}" type="presOf" srcId="{29F53B95-118C-423E-AD28-AF0515DDB36D}" destId="{C1AEC932-96D1-41C8-8156-BC7A34913040}" srcOrd="0" destOrd="0" presId="urn:microsoft.com/office/officeart/2016/7/layout/LinearBlockProcessNumbered"/>
    <dgm:cxn modelId="{65B69C3B-C472-45DF-B730-147D2C3D646C}" type="presOf" srcId="{7EBB2AD4-3C2D-40E5-A56D-55FEA825C67C}" destId="{C321515A-F5A1-46F7-8F82-64701B423945}" srcOrd="0" destOrd="0" presId="urn:microsoft.com/office/officeart/2016/7/layout/LinearBlockProcessNumbered"/>
    <dgm:cxn modelId="{4CBEB44B-1AED-467D-A40A-7E2774630600}" type="presOf" srcId="{A4B70E55-2EE1-4F23-94F3-3DC585A48470}" destId="{5C1C65B9-41AB-48D4-80B6-73C4BD6E1303}" srcOrd="0" destOrd="0" presId="urn:microsoft.com/office/officeart/2016/7/layout/LinearBlockProcessNumbered"/>
    <dgm:cxn modelId="{284D779D-BF7E-4E61-B2A7-B7B35AB39DFC}" type="presOf" srcId="{CFE9FDD1-9E18-4BA6-AE3B-A4277E1D42AB}" destId="{08A048DA-CB97-4FDB-9997-31B062EFFDF3}" srcOrd="1" destOrd="0" presId="urn:microsoft.com/office/officeart/2016/7/layout/LinearBlockProcessNumbered"/>
    <dgm:cxn modelId="{BB195EA9-A14F-4825-90ED-AEF9D5CA01D3}" type="presOf" srcId="{EFF6CEAE-B135-466F-819E-FA6762660595}" destId="{629E59F9-192F-44C6-93A2-F310DACBF773}" srcOrd="0" destOrd="0" presId="urn:microsoft.com/office/officeart/2016/7/layout/LinearBlockProcessNumbered"/>
    <dgm:cxn modelId="{EFDEF6AB-CFEB-4549-81B3-25096E99A2E9}" type="presOf" srcId="{DCD9694E-A747-4C40-A63D-0CEFD93834BA}" destId="{89916679-720F-437A-B788-F0C1215155E9}" srcOrd="0" destOrd="0" presId="urn:microsoft.com/office/officeart/2016/7/layout/LinearBlockProcessNumbered"/>
    <dgm:cxn modelId="{90CD62BE-7C06-4E36-8751-765B50026738}" type="presOf" srcId="{300E9632-785B-4D77-9258-5A17861A9136}" destId="{0BFEC78F-17E4-4701-8609-8049A2D82A79}" srcOrd="0" destOrd="0" presId="urn:microsoft.com/office/officeart/2016/7/layout/LinearBlockProcessNumbered"/>
    <dgm:cxn modelId="{6E4B52C6-87FA-490D-8684-C291B125AFF6}" type="presOf" srcId="{2105061C-E057-426D-8D28-36596CC8C01A}" destId="{CD4E73B8-77E6-4FA6-9A99-D4E35611C82A}" srcOrd="0" destOrd="0" presId="urn:microsoft.com/office/officeart/2016/7/layout/LinearBlockProcessNumbered"/>
    <dgm:cxn modelId="{2FF79BCB-2809-43B8-BF05-19C5AAB1708C}" srcId="{85787DD0-CEB1-4A9C-B0E6-BFE0B12200DF}" destId="{CFE9FDD1-9E18-4BA6-AE3B-A4277E1D42AB}" srcOrd="3" destOrd="0" parTransId="{84C3899B-4C89-414D-BE62-68C786F06895}" sibTransId="{7EBB2AD4-3C2D-40E5-A56D-55FEA825C67C}"/>
    <dgm:cxn modelId="{F6C8A8D5-714C-4D12-9A97-AF9F7A26ED22}" type="presOf" srcId="{300E9632-785B-4D77-9258-5A17861A9136}" destId="{0C053904-FE13-412B-8430-BD2EA763E0EB}" srcOrd="1" destOrd="0" presId="urn:microsoft.com/office/officeart/2016/7/layout/LinearBlockProcessNumbered"/>
    <dgm:cxn modelId="{529CBCDD-7B83-4A57-9267-167D8756F2A6}" type="presOf" srcId="{85787DD0-CEB1-4A9C-B0E6-BFE0B12200DF}" destId="{9DAE0301-95CF-486F-BE84-7BA0C0F0EB40}" srcOrd="0" destOrd="0" presId="urn:microsoft.com/office/officeart/2016/7/layout/LinearBlockProcessNumbered"/>
    <dgm:cxn modelId="{58F1DEE5-7B9F-45D8-86D0-80516AB05FF2}" type="presOf" srcId="{CFE9FDD1-9E18-4BA6-AE3B-A4277E1D42AB}" destId="{0AC0997A-6F09-4FDF-A2C9-A53340E25163}" srcOrd="0" destOrd="0" presId="urn:microsoft.com/office/officeart/2016/7/layout/LinearBlockProcessNumbered"/>
    <dgm:cxn modelId="{0776DBE6-B2B2-4FEB-920D-10EBB5291015}" srcId="{85787DD0-CEB1-4A9C-B0E6-BFE0B12200DF}" destId="{300E9632-785B-4D77-9258-5A17861A9136}" srcOrd="0" destOrd="0" parTransId="{6AD11FC1-6DE3-4EA7-B8E7-BD194015180A}" sibTransId="{EFF6CEAE-B135-466F-819E-FA6762660595}"/>
    <dgm:cxn modelId="{F45BC1F1-2E31-49CB-8C24-2FCE51D126AC}" type="presOf" srcId="{DCD9694E-A747-4C40-A63D-0CEFD93834BA}" destId="{C1BF94F9-2A10-4126-97DB-EB0D08F03A0F}" srcOrd="1" destOrd="0" presId="urn:microsoft.com/office/officeart/2016/7/layout/LinearBlockProcessNumbered"/>
    <dgm:cxn modelId="{D8B7AAFF-BFCB-4378-9F79-D133A1A9E28D}" type="presOf" srcId="{A4B70E55-2EE1-4F23-94F3-3DC585A48470}" destId="{8549792C-79C0-4B56-B7B7-EC57A16F1ABE}" srcOrd="1" destOrd="0" presId="urn:microsoft.com/office/officeart/2016/7/layout/LinearBlockProcessNumbered"/>
    <dgm:cxn modelId="{77E4DC77-9022-44EC-8769-76AD95CCB6EC}" type="presParOf" srcId="{9DAE0301-95CF-486F-BE84-7BA0C0F0EB40}" destId="{133BAF12-F0EE-4387-9B18-DE3EF95D4763}" srcOrd="0" destOrd="0" presId="urn:microsoft.com/office/officeart/2016/7/layout/LinearBlockProcessNumbered"/>
    <dgm:cxn modelId="{877881FD-B90C-4888-A9B8-DC2524AC9B58}" type="presParOf" srcId="{133BAF12-F0EE-4387-9B18-DE3EF95D4763}" destId="{0BFEC78F-17E4-4701-8609-8049A2D82A79}" srcOrd="0" destOrd="0" presId="urn:microsoft.com/office/officeart/2016/7/layout/LinearBlockProcessNumbered"/>
    <dgm:cxn modelId="{3B6DB94D-FEA7-4C87-A65F-7225C32E30B9}" type="presParOf" srcId="{133BAF12-F0EE-4387-9B18-DE3EF95D4763}" destId="{629E59F9-192F-44C6-93A2-F310DACBF773}" srcOrd="1" destOrd="0" presId="urn:microsoft.com/office/officeart/2016/7/layout/LinearBlockProcessNumbered"/>
    <dgm:cxn modelId="{4D38BC16-4341-4442-93CE-17B3C9556141}" type="presParOf" srcId="{133BAF12-F0EE-4387-9B18-DE3EF95D4763}" destId="{0C053904-FE13-412B-8430-BD2EA763E0EB}" srcOrd="2" destOrd="0" presId="urn:microsoft.com/office/officeart/2016/7/layout/LinearBlockProcessNumbered"/>
    <dgm:cxn modelId="{A397CE03-45E4-4D02-BF62-9AB691E82AD3}" type="presParOf" srcId="{9DAE0301-95CF-486F-BE84-7BA0C0F0EB40}" destId="{12097885-9E27-4B53-B96D-93C5ED9DFFE6}" srcOrd="1" destOrd="0" presId="urn:microsoft.com/office/officeart/2016/7/layout/LinearBlockProcessNumbered"/>
    <dgm:cxn modelId="{B4DC6001-30E5-4086-A333-A28843CBCF67}" type="presParOf" srcId="{9DAE0301-95CF-486F-BE84-7BA0C0F0EB40}" destId="{02362A56-45EA-4AE6-8EBC-BC8B5EF8D4A9}" srcOrd="2" destOrd="0" presId="urn:microsoft.com/office/officeart/2016/7/layout/LinearBlockProcessNumbered"/>
    <dgm:cxn modelId="{6BFDFE5E-075A-408D-8C32-C26E7E1AED87}" type="presParOf" srcId="{02362A56-45EA-4AE6-8EBC-BC8B5EF8D4A9}" destId="{5C1C65B9-41AB-48D4-80B6-73C4BD6E1303}" srcOrd="0" destOrd="0" presId="urn:microsoft.com/office/officeart/2016/7/layout/LinearBlockProcessNumbered"/>
    <dgm:cxn modelId="{75BE13D9-51CE-4D23-930F-E39C80A1BEDA}" type="presParOf" srcId="{02362A56-45EA-4AE6-8EBC-BC8B5EF8D4A9}" destId="{C1AEC932-96D1-41C8-8156-BC7A34913040}" srcOrd="1" destOrd="0" presId="urn:microsoft.com/office/officeart/2016/7/layout/LinearBlockProcessNumbered"/>
    <dgm:cxn modelId="{87F51016-40CF-4267-9FED-0C38B78D662B}" type="presParOf" srcId="{02362A56-45EA-4AE6-8EBC-BC8B5EF8D4A9}" destId="{8549792C-79C0-4B56-B7B7-EC57A16F1ABE}" srcOrd="2" destOrd="0" presId="urn:microsoft.com/office/officeart/2016/7/layout/LinearBlockProcessNumbered"/>
    <dgm:cxn modelId="{3F1BF930-0E73-466E-854F-A35D8B7F3F39}" type="presParOf" srcId="{9DAE0301-95CF-486F-BE84-7BA0C0F0EB40}" destId="{B26E83EF-4A48-453F-B04B-E1C15DE7E2B0}" srcOrd="3" destOrd="0" presId="urn:microsoft.com/office/officeart/2016/7/layout/LinearBlockProcessNumbered"/>
    <dgm:cxn modelId="{E1CF49C8-2BBE-4DD7-B996-50405C157F1E}" type="presParOf" srcId="{9DAE0301-95CF-486F-BE84-7BA0C0F0EB40}" destId="{50D9683A-1B46-44E5-B632-07E498A48012}" srcOrd="4" destOrd="0" presId="urn:microsoft.com/office/officeart/2016/7/layout/LinearBlockProcessNumbered"/>
    <dgm:cxn modelId="{3364A682-A1C1-483C-AA46-2525E670C955}" type="presParOf" srcId="{50D9683A-1B46-44E5-B632-07E498A48012}" destId="{89916679-720F-437A-B788-F0C1215155E9}" srcOrd="0" destOrd="0" presId="urn:microsoft.com/office/officeart/2016/7/layout/LinearBlockProcessNumbered"/>
    <dgm:cxn modelId="{4976C54A-5CF2-4CB5-B535-A14FD67EAD81}" type="presParOf" srcId="{50D9683A-1B46-44E5-B632-07E498A48012}" destId="{CD4E73B8-77E6-4FA6-9A99-D4E35611C82A}" srcOrd="1" destOrd="0" presId="urn:microsoft.com/office/officeart/2016/7/layout/LinearBlockProcessNumbered"/>
    <dgm:cxn modelId="{24C046FD-6DD0-43AE-993E-F48904E87BCA}" type="presParOf" srcId="{50D9683A-1B46-44E5-B632-07E498A48012}" destId="{C1BF94F9-2A10-4126-97DB-EB0D08F03A0F}" srcOrd="2" destOrd="0" presId="urn:microsoft.com/office/officeart/2016/7/layout/LinearBlockProcessNumbered"/>
    <dgm:cxn modelId="{935C91CB-AFD9-467A-A250-8BBC8EEACDD8}" type="presParOf" srcId="{9DAE0301-95CF-486F-BE84-7BA0C0F0EB40}" destId="{0A032D61-D7D0-4DE5-B7C6-49F9DE374916}" srcOrd="5" destOrd="0" presId="urn:microsoft.com/office/officeart/2016/7/layout/LinearBlockProcessNumbered"/>
    <dgm:cxn modelId="{C366D07E-ADA1-47FC-BCA7-08CD80A7F3D0}" type="presParOf" srcId="{9DAE0301-95CF-486F-BE84-7BA0C0F0EB40}" destId="{0E88EA43-03B4-420A-81FF-14F064E49B04}" srcOrd="6" destOrd="0" presId="urn:microsoft.com/office/officeart/2016/7/layout/LinearBlockProcessNumbered"/>
    <dgm:cxn modelId="{DAF5E8A6-597C-42DE-B0C9-1C60A1D85CEA}" type="presParOf" srcId="{0E88EA43-03B4-420A-81FF-14F064E49B04}" destId="{0AC0997A-6F09-4FDF-A2C9-A53340E25163}" srcOrd="0" destOrd="0" presId="urn:microsoft.com/office/officeart/2016/7/layout/LinearBlockProcessNumbered"/>
    <dgm:cxn modelId="{E3DDFDC9-4E1D-47FE-903C-5890222612B8}" type="presParOf" srcId="{0E88EA43-03B4-420A-81FF-14F064E49B04}" destId="{C321515A-F5A1-46F7-8F82-64701B423945}" srcOrd="1" destOrd="0" presId="urn:microsoft.com/office/officeart/2016/7/layout/LinearBlockProcessNumbered"/>
    <dgm:cxn modelId="{9DC67663-26FB-4BD3-B8DC-6DDD75F9F978}" type="presParOf" srcId="{0E88EA43-03B4-420A-81FF-14F064E49B04}" destId="{08A048DA-CB97-4FDB-9997-31B062EFFDF3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3D54E6B-6E93-4793-A9E4-5A2B99BB3E6A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145FEAE-9E65-44B6-8DE8-B5B4A5BAD8FE}">
      <dgm:prSet/>
      <dgm:spPr/>
      <dgm:t>
        <a:bodyPr/>
        <a:lstStyle/>
        <a:p>
          <a:pPr>
            <a:defRPr cap="all"/>
          </a:pPr>
          <a:r>
            <a:rPr lang="en-US" dirty="0"/>
            <a:t>• Develop Android-based classification system</a:t>
          </a:r>
        </a:p>
      </dgm:t>
    </dgm:pt>
    <dgm:pt modelId="{DF8DF0B3-E9AD-4BB6-BE2D-038A6E3D074C}" type="parTrans" cxnId="{4BE62CB1-22CE-4872-A37E-2884C43B43A8}">
      <dgm:prSet/>
      <dgm:spPr/>
      <dgm:t>
        <a:bodyPr/>
        <a:lstStyle/>
        <a:p>
          <a:endParaRPr lang="en-US"/>
        </a:p>
      </dgm:t>
    </dgm:pt>
    <dgm:pt modelId="{08A42002-F405-4E6E-8FA6-4643007EA377}" type="sibTrans" cxnId="{4BE62CB1-22CE-4872-A37E-2884C43B43A8}">
      <dgm:prSet/>
      <dgm:spPr/>
      <dgm:t>
        <a:bodyPr/>
        <a:lstStyle/>
        <a:p>
          <a:endParaRPr lang="en-US"/>
        </a:p>
      </dgm:t>
    </dgm:pt>
    <dgm:pt modelId="{5BD3EDE1-5C6C-4155-9D66-62D176F0D1F2}">
      <dgm:prSet/>
      <dgm:spPr/>
      <dgm:t>
        <a:bodyPr/>
        <a:lstStyle/>
        <a:p>
          <a:pPr>
            <a:defRPr cap="all"/>
          </a:pPr>
          <a:r>
            <a:rPr lang="en-US"/>
            <a:t>• Use lightweight CNN models</a:t>
          </a:r>
        </a:p>
      </dgm:t>
    </dgm:pt>
    <dgm:pt modelId="{57FFC35E-6C97-4300-A4F7-281AF8A68D39}" type="parTrans" cxnId="{8C83E763-1179-41BA-99A6-058A9BCDC2B5}">
      <dgm:prSet/>
      <dgm:spPr/>
      <dgm:t>
        <a:bodyPr/>
        <a:lstStyle/>
        <a:p>
          <a:endParaRPr lang="en-US"/>
        </a:p>
      </dgm:t>
    </dgm:pt>
    <dgm:pt modelId="{A8BB0212-770D-47E5-8821-C0A102136599}" type="sibTrans" cxnId="{8C83E763-1179-41BA-99A6-058A9BCDC2B5}">
      <dgm:prSet/>
      <dgm:spPr/>
      <dgm:t>
        <a:bodyPr/>
        <a:lstStyle/>
        <a:p>
          <a:endParaRPr lang="en-US"/>
        </a:p>
      </dgm:t>
    </dgm:pt>
    <dgm:pt modelId="{4B97D00C-2708-479C-9B9F-CC98B5426770}">
      <dgm:prSet/>
      <dgm:spPr/>
      <dgm:t>
        <a:bodyPr/>
        <a:lstStyle/>
        <a:p>
          <a:pPr>
            <a:defRPr cap="all"/>
          </a:pPr>
          <a:r>
            <a:rPr lang="en-US"/>
            <a:t>• Enable real-time mobile inference</a:t>
          </a:r>
        </a:p>
      </dgm:t>
    </dgm:pt>
    <dgm:pt modelId="{DD45A1D3-5706-4CC5-867F-A8B0C45B3985}" type="parTrans" cxnId="{DA84EBBC-A08B-4F97-B52C-9E1D3D4D5959}">
      <dgm:prSet/>
      <dgm:spPr/>
      <dgm:t>
        <a:bodyPr/>
        <a:lstStyle/>
        <a:p>
          <a:endParaRPr lang="en-US"/>
        </a:p>
      </dgm:t>
    </dgm:pt>
    <dgm:pt modelId="{CD28B379-82C2-4F77-8BB7-7226867DE998}" type="sibTrans" cxnId="{DA84EBBC-A08B-4F97-B52C-9E1D3D4D5959}">
      <dgm:prSet/>
      <dgm:spPr/>
      <dgm:t>
        <a:bodyPr/>
        <a:lstStyle/>
        <a:p>
          <a:endParaRPr lang="en-US"/>
        </a:p>
      </dgm:t>
    </dgm:pt>
    <dgm:pt modelId="{33193FAF-3E75-4C7C-B77F-3C973EBD8630}" type="pres">
      <dgm:prSet presAssocID="{C3D54E6B-6E93-4793-A9E4-5A2B99BB3E6A}" presName="root" presStyleCnt="0">
        <dgm:presLayoutVars>
          <dgm:dir/>
          <dgm:resizeHandles val="exact"/>
        </dgm:presLayoutVars>
      </dgm:prSet>
      <dgm:spPr/>
    </dgm:pt>
    <dgm:pt modelId="{59C75685-12BF-4630-9E41-CE3DF2052F19}" type="pres">
      <dgm:prSet presAssocID="{4145FEAE-9E65-44B6-8DE8-B5B4A5BAD8FE}" presName="compNode" presStyleCnt="0"/>
      <dgm:spPr/>
    </dgm:pt>
    <dgm:pt modelId="{E62B6150-FBD3-49E1-98FE-C6D11CFC0FC9}" type="pres">
      <dgm:prSet presAssocID="{4145FEAE-9E65-44B6-8DE8-B5B4A5BAD8FE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D10E095-385B-4EB0-9B10-7969ABFBD535}" type="pres">
      <dgm:prSet presAssocID="{4145FEAE-9E65-44B6-8DE8-B5B4A5BAD8F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CFA8E3A-8FCF-4869-AE23-2A574D4744F0}" type="pres">
      <dgm:prSet presAssocID="{4145FEAE-9E65-44B6-8DE8-B5B4A5BAD8FE}" presName="spaceRect" presStyleCnt="0"/>
      <dgm:spPr/>
    </dgm:pt>
    <dgm:pt modelId="{749D0DB6-97F2-4C29-9525-8A84140D5B0E}" type="pres">
      <dgm:prSet presAssocID="{4145FEAE-9E65-44B6-8DE8-B5B4A5BAD8FE}" presName="textRect" presStyleLbl="revTx" presStyleIdx="0" presStyleCnt="3">
        <dgm:presLayoutVars>
          <dgm:chMax val="1"/>
          <dgm:chPref val="1"/>
        </dgm:presLayoutVars>
      </dgm:prSet>
      <dgm:spPr/>
    </dgm:pt>
    <dgm:pt modelId="{17D24A68-ABE8-4F36-ABF2-CE89C02DCCB1}" type="pres">
      <dgm:prSet presAssocID="{08A42002-F405-4E6E-8FA6-4643007EA377}" presName="sibTrans" presStyleCnt="0"/>
      <dgm:spPr/>
    </dgm:pt>
    <dgm:pt modelId="{ADE17FC9-A05B-4744-8C4F-948BCF89DF71}" type="pres">
      <dgm:prSet presAssocID="{5BD3EDE1-5C6C-4155-9D66-62D176F0D1F2}" presName="compNode" presStyleCnt="0"/>
      <dgm:spPr/>
    </dgm:pt>
    <dgm:pt modelId="{16AC38CD-A4E9-4DDB-9E78-291B0F5140F0}" type="pres">
      <dgm:prSet presAssocID="{5BD3EDE1-5C6C-4155-9D66-62D176F0D1F2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E9ED4F8-3182-4091-A512-843B2B61EE84}" type="pres">
      <dgm:prSet presAssocID="{5BD3EDE1-5C6C-4155-9D66-62D176F0D1F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C89E1A14-90B7-4152-A261-53124A117673}" type="pres">
      <dgm:prSet presAssocID="{5BD3EDE1-5C6C-4155-9D66-62D176F0D1F2}" presName="spaceRect" presStyleCnt="0"/>
      <dgm:spPr/>
    </dgm:pt>
    <dgm:pt modelId="{58DEBA9D-EC14-48F4-B378-57104F414B01}" type="pres">
      <dgm:prSet presAssocID="{5BD3EDE1-5C6C-4155-9D66-62D176F0D1F2}" presName="textRect" presStyleLbl="revTx" presStyleIdx="1" presStyleCnt="3">
        <dgm:presLayoutVars>
          <dgm:chMax val="1"/>
          <dgm:chPref val="1"/>
        </dgm:presLayoutVars>
      </dgm:prSet>
      <dgm:spPr/>
    </dgm:pt>
    <dgm:pt modelId="{1D555ADA-E70C-4C0A-8F41-B9FF98026A7B}" type="pres">
      <dgm:prSet presAssocID="{A8BB0212-770D-47E5-8821-C0A102136599}" presName="sibTrans" presStyleCnt="0"/>
      <dgm:spPr/>
    </dgm:pt>
    <dgm:pt modelId="{548B5F37-FB73-47AE-8E8E-8B51886133D3}" type="pres">
      <dgm:prSet presAssocID="{4B97D00C-2708-479C-9B9F-CC98B5426770}" presName="compNode" presStyleCnt="0"/>
      <dgm:spPr/>
    </dgm:pt>
    <dgm:pt modelId="{2786F4F1-D774-4EBD-92D6-2BD4AD2CAF79}" type="pres">
      <dgm:prSet presAssocID="{4B97D00C-2708-479C-9B9F-CC98B5426770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20A0540-A2AE-4937-A8E4-07097E941146}" type="pres">
      <dgm:prSet presAssocID="{4B97D00C-2708-479C-9B9F-CC98B542677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392934A4-74F1-4022-98CF-AB61D1D758EA}" type="pres">
      <dgm:prSet presAssocID="{4B97D00C-2708-479C-9B9F-CC98B5426770}" presName="spaceRect" presStyleCnt="0"/>
      <dgm:spPr/>
    </dgm:pt>
    <dgm:pt modelId="{FFA667B1-5D08-42D9-8D48-865230BFF96C}" type="pres">
      <dgm:prSet presAssocID="{4B97D00C-2708-479C-9B9F-CC98B542677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C83E763-1179-41BA-99A6-058A9BCDC2B5}" srcId="{C3D54E6B-6E93-4793-A9E4-5A2B99BB3E6A}" destId="{5BD3EDE1-5C6C-4155-9D66-62D176F0D1F2}" srcOrd="1" destOrd="0" parTransId="{57FFC35E-6C97-4300-A4F7-281AF8A68D39}" sibTransId="{A8BB0212-770D-47E5-8821-C0A102136599}"/>
    <dgm:cxn modelId="{4E32C554-812D-474F-A1F1-CFB42B364367}" type="presOf" srcId="{5BD3EDE1-5C6C-4155-9D66-62D176F0D1F2}" destId="{58DEBA9D-EC14-48F4-B378-57104F414B01}" srcOrd="0" destOrd="0" presId="urn:microsoft.com/office/officeart/2018/5/layout/IconLeafLabelList"/>
    <dgm:cxn modelId="{987D6C88-3870-45B5-A476-C10C62FBDD41}" type="presOf" srcId="{4B97D00C-2708-479C-9B9F-CC98B5426770}" destId="{FFA667B1-5D08-42D9-8D48-865230BFF96C}" srcOrd="0" destOrd="0" presId="urn:microsoft.com/office/officeart/2018/5/layout/IconLeafLabelList"/>
    <dgm:cxn modelId="{4BE62CB1-22CE-4872-A37E-2884C43B43A8}" srcId="{C3D54E6B-6E93-4793-A9E4-5A2B99BB3E6A}" destId="{4145FEAE-9E65-44B6-8DE8-B5B4A5BAD8FE}" srcOrd="0" destOrd="0" parTransId="{DF8DF0B3-E9AD-4BB6-BE2D-038A6E3D074C}" sibTransId="{08A42002-F405-4E6E-8FA6-4643007EA377}"/>
    <dgm:cxn modelId="{DA84EBBC-A08B-4F97-B52C-9E1D3D4D5959}" srcId="{C3D54E6B-6E93-4793-A9E4-5A2B99BB3E6A}" destId="{4B97D00C-2708-479C-9B9F-CC98B5426770}" srcOrd="2" destOrd="0" parTransId="{DD45A1D3-5706-4CC5-867F-A8B0C45B3985}" sibTransId="{CD28B379-82C2-4F77-8BB7-7226867DE998}"/>
    <dgm:cxn modelId="{A447A0BF-A2A7-48D4-A0BF-693B5EB84D98}" type="presOf" srcId="{C3D54E6B-6E93-4793-A9E4-5A2B99BB3E6A}" destId="{33193FAF-3E75-4C7C-B77F-3C973EBD8630}" srcOrd="0" destOrd="0" presId="urn:microsoft.com/office/officeart/2018/5/layout/IconLeafLabelList"/>
    <dgm:cxn modelId="{468FC6F5-D678-4793-839E-6D80EB983108}" type="presOf" srcId="{4145FEAE-9E65-44B6-8DE8-B5B4A5BAD8FE}" destId="{749D0DB6-97F2-4C29-9525-8A84140D5B0E}" srcOrd="0" destOrd="0" presId="urn:microsoft.com/office/officeart/2018/5/layout/IconLeafLabelList"/>
    <dgm:cxn modelId="{5740D5AE-97E4-48D3-8950-F3A6C1C1A0FA}" type="presParOf" srcId="{33193FAF-3E75-4C7C-B77F-3C973EBD8630}" destId="{59C75685-12BF-4630-9E41-CE3DF2052F19}" srcOrd="0" destOrd="0" presId="urn:microsoft.com/office/officeart/2018/5/layout/IconLeafLabelList"/>
    <dgm:cxn modelId="{2B16ABD3-21AE-474D-99C0-80E64F271C43}" type="presParOf" srcId="{59C75685-12BF-4630-9E41-CE3DF2052F19}" destId="{E62B6150-FBD3-49E1-98FE-C6D11CFC0FC9}" srcOrd="0" destOrd="0" presId="urn:microsoft.com/office/officeart/2018/5/layout/IconLeafLabelList"/>
    <dgm:cxn modelId="{BAC59361-7C5D-4F84-98DB-EBD5E83398AA}" type="presParOf" srcId="{59C75685-12BF-4630-9E41-CE3DF2052F19}" destId="{8D10E095-385B-4EB0-9B10-7969ABFBD535}" srcOrd="1" destOrd="0" presId="urn:microsoft.com/office/officeart/2018/5/layout/IconLeafLabelList"/>
    <dgm:cxn modelId="{C121FD27-8D1F-4113-91DD-A4B706833D8A}" type="presParOf" srcId="{59C75685-12BF-4630-9E41-CE3DF2052F19}" destId="{ACFA8E3A-8FCF-4869-AE23-2A574D4744F0}" srcOrd="2" destOrd="0" presId="urn:microsoft.com/office/officeart/2018/5/layout/IconLeafLabelList"/>
    <dgm:cxn modelId="{39DDDF14-81FE-4BCB-B2A8-09B931326A95}" type="presParOf" srcId="{59C75685-12BF-4630-9E41-CE3DF2052F19}" destId="{749D0DB6-97F2-4C29-9525-8A84140D5B0E}" srcOrd="3" destOrd="0" presId="urn:microsoft.com/office/officeart/2018/5/layout/IconLeafLabelList"/>
    <dgm:cxn modelId="{1FCFF249-B822-4DE6-B7FC-5CBB49382179}" type="presParOf" srcId="{33193FAF-3E75-4C7C-B77F-3C973EBD8630}" destId="{17D24A68-ABE8-4F36-ABF2-CE89C02DCCB1}" srcOrd="1" destOrd="0" presId="urn:microsoft.com/office/officeart/2018/5/layout/IconLeafLabelList"/>
    <dgm:cxn modelId="{053343DF-FC1A-4510-8B4E-E6EE64ED749D}" type="presParOf" srcId="{33193FAF-3E75-4C7C-B77F-3C973EBD8630}" destId="{ADE17FC9-A05B-4744-8C4F-948BCF89DF71}" srcOrd="2" destOrd="0" presId="urn:microsoft.com/office/officeart/2018/5/layout/IconLeafLabelList"/>
    <dgm:cxn modelId="{11F013CB-3A2C-4280-9C58-44F25BB0CDC4}" type="presParOf" srcId="{ADE17FC9-A05B-4744-8C4F-948BCF89DF71}" destId="{16AC38CD-A4E9-4DDB-9E78-291B0F5140F0}" srcOrd="0" destOrd="0" presId="urn:microsoft.com/office/officeart/2018/5/layout/IconLeafLabelList"/>
    <dgm:cxn modelId="{D943E916-6A16-483E-BD5C-F68D279C3B3C}" type="presParOf" srcId="{ADE17FC9-A05B-4744-8C4F-948BCF89DF71}" destId="{2E9ED4F8-3182-4091-A512-843B2B61EE84}" srcOrd="1" destOrd="0" presId="urn:microsoft.com/office/officeart/2018/5/layout/IconLeafLabelList"/>
    <dgm:cxn modelId="{0694CDF3-284C-4CDD-984B-B8F0F1BE4922}" type="presParOf" srcId="{ADE17FC9-A05B-4744-8C4F-948BCF89DF71}" destId="{C89E1A14-90B7-4152-A261-53124A117673}" srcOrd="2" destOrd="0" presId="urn:microsoft.com/office/officeart/2018/5/layout/IconLeafLabelList"/>
    <dgm:cxn modelId="{AAFBEF15-52B0-4ADF-9BE0-2EA7AA1EB7D1}" type="presParOf" srcId="{ADE17FC9-A05B-4744-8C4F-948BCF89DF71}" destId="{58DEBA9D-EC14-48F4-B378-57104F414B01}" srcOrd="3" destOrd="0" presId="urn:microsoft.com/office/officeart/2018/5/layout/IconLeafLabelList"/>
    <dgm:cxn modelId="{21E279A4-C327-4CEE-B82A-F1F9D5A148F3}" type="presParOf" srcId="{33193FAF-3E75-4C7C-B77F-3C973EBD8630}" destId="{1D555ADA-E70C-4C0A-8F41-B9FF98026A7B}" srcOrd="3" destOrd="0" presId="urn:microsoft.com/office/officeart/2018/5/layout/IconLeafLabelList"/>
    <dgm:cxn modelId="{DF310404-9C35-4CDC-9FAD-CAF2F0E332CF}" type="presParOf" srcId="{33193FAF-3E75-4C7C-B77F-3C973EBD8630}" destId="{548B5F37-FB73-47AE-8E8E-8B51886133D3}" srcOrd="4" destOrd="0" presId="urn:microsoft.com/office/officeart/2018/5/layout/IconLeafLabelList"/>
    <dgm:cxn modelId="{72CB3428-C4AA-434F-90C9-08C77A1D3B64}" type="presParOf" srcId="{548B5F37-FB73-47AE-8E8E-8B51886133D3}" destId="{2786F4F1-D774-4EBD-92D6-2BD4AD2CAF79}" srcOrd="0" destOrd="0" presId="urn:microsoft.com/office/officeart/2018/5/layout/IconLeafLabelList"/>
    <dgm:cxn modelId="{4AAE49F7-82E0-455D-A1DC-3022D8978665}" type="presParOf" srcId="{548B5F37-FB73-47AE-8E8E-8B51886133D3}" destId="{820A0540-A2AE-4937-A8E4-07097E941146}" srcOrd="1" destOrd="0" presId="urn:microsoft.com/office/officeart/2018/5/layout/IconLeafLabelList"/>
    <dgm:cxn modelId="{8E82104B-B100-4143-A245-0CB6E86F287B}" type="presParOf" srcId="{548B5F37-FB73-47AE-8E8E-8B51886133D3}" destId="{392934A4-74F1-4022-98CF-AB61D1D758EA}" srcOrd="2" destOrd="0" presId="urn:microsoft.com/office/officeart/2018/5/layout/IconLeafLabelList"/>
    <dgm:cxn modelId="{022B83E8-8184-4604-B426-4C967BC846E0}" type="presParOf" srcId="{548B5F37-FB73-47AE-8E8E-8B51886133D3}" destId="{FFA667B1-5D08-42D9-8D48-865230BFF96C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5457AF-454E-4D1F-8E1E-92B153FE19D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3BE32B7-7947-4037-82A2-3290B79FD835}">
      <dgm:prSet/>
      <dgm:spPr/>
      <dgm:t>
        <a:bodyPr/>
        <a:lstStyle/>
        <a:p>
          <a:r>
            <a:rPr lang="en-US"/>
            <a:t>Total images: 752</a:t>
          </a:r>
        </a:p>
      </dgm:t>
    </dgm:pt>
    <dgm:pt modelId="{D51ED5D2-323F-40F3-886B-DB515E27FE5F}" type="parTrans" cxnId="{D6D15613-41EC-4C3E-91B0-82775F65F9B2}">
      <dgm:prSet/>
      <dgm:spPr/>
      <dgm:t>
        <a:bodyPr/>
        <a:lstStyle/>
        <a:p>
          <a:endParaRPr lang="en-US"/>
        </a:p>
      </dgm:t>
    </dgm:pt>
    <dgm:pt modelId="{31214B1F-C697-40B2-B797-D54FEEE7C722}" type="sibTrans" cxnId="{D6D15613-41EC-4C3E-91B0-82775F65F9B2}">
      <dgm:prSet/>
      <dgm:spPr/>
      <dgm:t>
        <a:bodyPr/>
        <a:lstStyle/>
        <a:p>
          <a:endParaRPr lang="en-US"/>
        </a:p>
      </dgm:t>
    </dgm:pt>
    <dgm:pt modelId="{BC8E1F86-758A-4E88-9DD0-4FBDCAC163C3}">
      <dgm:prSet/>
      <dgm:spPr/>
      <dgm:t>
        <a:bodyPr/>
        <a:lstStyle/>
        <a:p>
          <a:r>
            <a:rPr lang="en-US"/>
            <a:t>• Classes: primary short-circuit traces (PSCT), secondary short-circuit traces (SSCT)</a:t>
          </a:r>
        </a:p>
      </dgm:t>
    </dgm:pt>
    <dgm:pt modelId="{0416E799-9F15-4690-A607-19C9108AFDD1}" type="parTrans" cxnId="{6B8D01E8-1291-4136-A872-8B36122C7BD0}">
      <dgm:prSet/>
      <dgm:spPr/>
      <dgm:t>
        <a:bodyPr/>
        <a:lstStyle/>
        <a:p>
          <a:endParaRPr lang="en-US"/>
        </a:p>
      </dgm:t>
    </dgm:pt>
    <dgm:pt modelId="{2A4CAE86-94C8-491C-8771-4770618CBEF7}" type="sibTrans" cxnId="{6B8D01E8-1291-4136-A872-8B36122C7BD0}">
      <dgm:prSet/>
      <dgm:spPr/>
      <dgm:t>
        <a:bodyPr/>
        <a:lstStyle/>
        <a:p>
          <a:endParaRPr lang="en-US"/>
        </a:p>
      </dgm:t>
    </dgm:pt>
    <dgm:pt modelId="{C9620AB3-404C-4EE1-B419-7084E2777632}">
      <dgm:prSet/>
      <dgm:spPr/>
      <dgm:t>
        <a:bodyPr/>
        <a:lstStyle/>
        <a:p>
          <a:r>
            <a:rPr lang="en-US"/>
            <a:t>• Split: 80% training, 20% testing</a:t>
          </a:r>
        </a:p>
      </dgm:t>
    </dgm:pt>
    <dgm:pt modelId="{D1F37F32-5D44-41F4-AF70-FF98766874FD}" type="parTrans" cxnId="{C2883687-41B0-4140-BDE7-1DAB9909C69F}">
      <dgm:prSet/>
      <dgm:spPr/>
      <dgm:t>
        <a:bodyPr/>
        <a:lstStyle/>
        <a:p>
          <a:endParaRPr lang="en-US"/>
        </a:p>
      </dgm:t>
    </dgm:pt>
    <dgm:pt modelId="{9FDB0A13-267F-42CD-B4EF-DE13C4687C54}" type="sibTrans" cxnId="{C2883687-41B0-4140-BDE7-1DAB9909C69F}">
      <dgm:prSet/>
      <dgm:spPr/>
      <dgm:t>
        <a:bodyPr/>
        <a:lstStyle/>
        <a:p>
          <a:endParaRPr lang="en-US"/>
        </a:p>
      </dgm:t>
    </dgm:pt>
    <dgm:pt modelId="{19F353BD-E6FB-4293-8451-7DB2C285EF6F}">
      <dgm:prSet/>
      <dgm:spPr/>
      <dgm:t>
        <a:bodyPr/>
        <a:lstStyle/>
        <a:p>
          <a:r>
            <a:rPr lang="en-US"/>
            <a:t>• Augmentation: rotation, zoom, flip, brightness</a:t>
          </a:r>
        </a:p>
      </dgm:t>
    </dgm:pt>
    <dgm:pt modelId="{2FE7D748-5425-4916-BFE8-184BBFABB0A9}" type="parTrans" cxnId="{5765DE6B-C1AA-4438-9067-C15160FAD59E}">
      <dgm:prSet/>
      <dgm:spPr/>
      <dgm:t>
        <a:bodyPr/>
        <a:lstStyle/>
        <a:p>
          <a:endParaRPr lang="en-US"/>
        </a:p>
      </dgm:t>
    </dgm:pt>
    <dgm:pt modelId="{2FE50A11-92EF-4DDF-BA20-AC54C4E5536B}" type="sibTrans" cxnId="{5765DE6B-C1AA-4438-9067-C15160FAD59E}">
      <dgm:prSet/>
      <dgm:spPr/>
      <dgm:t>
        <a:bodyPr/>
        <a:lstStyle/>
        <a:p>
          <a:endParaRPr lang="en-US"/>
        </a:p>
      </dgm:t>
    </dgm:pt>
    <dgm:pt modelId="{EF52EB34-83C3-46D7-A543-964DF73F808B}" type="pres">
      <dgm:prSet presAssocID="{775457AF-454E-4D1F-8E1E-92B153FE19DB}" presName="root" presStyleCnt="0">
        <dgm:presLayoutVars>
          <dgm:dir/>
          <dgm:resizeHandles val="exact"/>
        </dgm:presLayoutVars>
      </dgm:prSet>
      <dgm:spPr/>
    </dgm:pt>
    <dgm:pt modelId="{D43CEBFC-7D8D-4E04-8BA1-DF88D8E577DD}" type="pres">
      <dgm:prSet presAssocID="{93BE32B7-7947-4037-82A2-3290B79FD835}" presName="compNode" presStyleCnt="0"/>
      <dgm:spPr/>
    </dgm:pt>
    <dgm:pt modelId="{4BDD8132-E257-4B42-80B6-94FAB6C11CBD}" type="pres">
      <dgm:prSet presAssocID="{93BE32B7-7947-4037-82A2-3290B79FD835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4B0970EE-40BC-4805-9DAB-3D55FB424850}" type="pres">
      <dgm:prSet presAssocID="{93BE32B7-7947-4037-82A2-3290B79FD835}" presName="spaceRect" presStyleCnt="0"/>
      <dgm:spPr/>
    </dgm:pt>
    <dgm:pt modelId="{BB4FCEF2-943A-4BF6-A70E-F68E8B54B49A}" type="pres">
      <dgm:prSet presAssocID="{93BE32B7-7947-4037-82A2-3290B79FD835}" presName="textRect" presStyleLbl="revTx" presStyleIdx="0" presStyleCnt="4">
        <dgm:presLayoutVars>
          <dgm:chMax val="1"/>
          <dgm:chPref val="1"/>
        </dgm:presLayoutVars>
      </dgm:prSet>
      <dgm:spPr/>
    </dgm:pt>
    <dgm:pt modelId="{662A2648-22D2-4B32-B6F6-E31A2AE6E5CE}" type="pres">
      <dgm:prSet presAssocID="{31214B1F-C697-40B2-B797-D54FEEE7C722}" presName="sibTrans" presStyleCnt="0"/>
      <dgm:spPr/>
    </dgm:pt>
    <dgm:pt modelId="{BC13C5EF-908A-4426-A25E-6E74DD41CC6C}" type="pres">
      <dgm:prSet presAssocID="{BC8E1F86-758A-4E88-9DD0-4FBDCAC163C3}" presName="compNode" presStyleCnt="0"/>
      <dgm:spPr/>
    </dgm:pt>
    <dgm:pt modelId="{ECD79130-2E43-4F4B-96C0-04C56F3D744F}" type="pres">
      <dgm:prSet presAssocID="{BC8E1F86-758A-4E88-9DD0-4FBDCAC163C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71E99CB8-7912-444C-88D1-1C223AE2528A}" type="pres">
      <dgm:prSet presAssocID="{BC8E1F86-758A-4E88-9DD0-4FBDCAC163C3}" presName="spaceRect" presStyleCnt="0"/>
      <dgm:spPr/>
    </dgm:pt>
    <dgm:pt modelId="{82FFF598-A23E-43F3-948A-72F6590EB5B6}" type="pres">
      <dgm:prSet presAssocID="{BC8E1F86-758A-4E88-9DD0-4FBDCAC163C3}" presName="textRect" presStyleLbl="revTx" presStyleIdx="1" presStyleCnt="4">
        <dgm:presLayoutVars>
          <dgm:chMax val="1"/>
          <dgm:chPref val="1"/>
        </dgm:presLayoutVars>
      </dgm:prSet>
      <dgm:spPr/>
    </dgm:pt>
    <dgm:pt modelId="{9852D482-255C-41AB-9332-452A0A5EDCC5}" type="pres">
      <dgm:prSet presAssocID="{2A4CAE86-94C8-491C-8771-4770618CBEF7}" presName="sibTrans" presStyleCnt="0"/>
      <dgm:spPr/>
    </dgm:pt>
    <dgm:pt modelId="{CE273EEB-DE43-4411-8AF3-16A7DAF039D8}" type="pres">
      <dgm:prSet presAssocID="{C9620AB3-404C-4EE1-B419-7084E2777632}" presName="compNode" presStyleCnt="0"/>
      <dgm:spPr/>
    </dgm:pt>
    <dgm:pt modelId="{7711D466-7460-49A5-8F12-C5D582D48B97}" type="pres">
      <dgm:prSet presAssocID="{C9620AB3-404C-4EE1-B419-7084E2777632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F109BF5B-2233-4750-8210-666579320C02}" type="pres">
      <dgm:prSet presAssocID="{C9620AB3-404C-4EE1-B419-7084E2777632}" presName="spaceRect" presStyleCnt="0"/>
      <dgm:spPr/>
    </dgm:pt>
    <dgm:pt modelId="{976C42B9-B35D-4DD4-A67C-D636FE5C179E}" type="pres">
      <dgm:prSet presAssocID="{C9620AB3-404C-4EE1-B419-7084E2777632}" presName="textRect" presStyleLbl="revTx" presStyleIdx="2" presStyleCnt="4">
        <dgm:presLayoutVars>
          <dgm:chMax val="1"/>
          <dgm:chPref val="1"/>
        </dgm:presLayoutVars>
      </dgm:prSet>
      <dgm:spPr/>
    </dgm:pt>
    <dgm:pt modelId="{AA609765-DA52-4B80-8486-8A160D662E08}" type="pres">
      <dgm:prSet presAssocID="{9FDB0A13-267F-42CD-B4EF-DE13C4687C54}" presName="sibTrans" presStyleCnt="0"/>
      <dgm:spPr/>
    </dgm:pt>
    <dgm:pt modelId="{ECFA7842-0A18-44CE-B8A8-7E1420F8129B}" type="pres">
      <dgm:prSet presAssocID="{19F353BD-E6FB-4293-8451-7DB2C285EF6F}" presName="compNode" presStyleCnt="0"/>
      <dgm:spPr/>
    </dgm:pt>
    <dgm:pt modelId="{1A4053E5-27E0-48DA-BABB-E8B5C46B6573}" type="pres">
      <dgm:prSet presAssocID="{19F353BD-E6FB-4293-8451-7DB2C285EF6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oom Out"/>
        </a:ext>
      </dgm:extLst>
    </dgm:pt>
    <dgm:pt modelId="{0418206C-227F-4228-86F9-F57044B86F8C}" type="pres">
      <dgm:prSet presAssocID="{19F353BD-E6FB-4293-8451-7DB2C285EF6F}" presName="spaceRect" presStyleCnt="0"/>
      <dgm:spPr/>
    </dgm:pt>
    <dgm:pt modelId="{85FB80A8-6ACF-43E5-9DB5-93B2C647BD9B}" type="pres">
      <dgm:prSet presAssocID="{19F353BD-E6FB-4293-8451-7DB2C285EF6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D6D15613-41EC-4C3E-91B0-82775F65F9B2}" srcId="{775457AF-454E-4D1F-8E1E-92B153FE19DB}" destId="{93BE32B7-7947-4037-82A2-3290B79FD835}" srcOrd="0" destOrd="0" parTransId="{D51ED5D2-323F-40F3-886B-DB515E27FE5F}" sibTransId="{31214B1F-C697-40B2-B797-D54FEEE7C722}"/>
    <dgm:cxn modelId="{10F23960-5807-4CCD-BC63-6EA1714147D2}" type="presOf" srcId="{93BE32B7-7947-4037-82A2-3290B79FD835}" destId="{BB4FCEF2-943A-4BF6-A70E-F68E8B54B49A}" srcOrd="0" destOrd="0" presId="urn:microsoft.com/office/officeart/2018/2/layout/IconLabelList"/>
    <dgm:cxn modelId="{4780B462-E0AF-497B-978F-A019FF43C15F}" type="presOf" srcId="{19F353BD-E6FB-4293-8451-7DB2C285EF6F}" destId="{85FB80A8-6ACF-43E5-9DB5-93B2C647BD9B}" srcOrd="0" destOrd="0" presId="urn:microsoft.com/office/officeart/2018/2/layout/IconLabelList"/>
    <dgm:cxn modelId="{5765DE6B-C1AA-4438-9067-C15160FAD59E}" srcId="{775457AF-454E-4D1F-8E1E-92B153FE19DB}" destId="{19F353BD-E6FB-4293-8451-7DB2C285EF6F}" srcOrd="3" destOrd="0" parTransId="{2FE7D748-5425-4916-BFE8-184BBFABB0A9}" sibTransId="{2FE50A11-92EF-4DDF-BA20-AC54C4E5536B}"/>
    <dgm:cxn modelId="{F03F8C57-16B5-4BFE-A60D-0A632E2ECEF5}" type="presOf" srcId="{C9620AB3-404C-4EE1-B419-7084E2777632}" destId="{976C42B9-B35D-4DD4-A67C-D636FE5C179E}" srcOrd="0" destOrd="0" presId="urn:microsoft.com/office/officeart/2018/2/layout/IconLabelList"/>
    <dgm:cxn modelId="{C2883687-41B0-4140-BDE7-1DAB9909C69F}" srcId="{775457AF-454E-4D1F-8E1E-92B153FE19DB}" destId="{C9620AB3-404C-4EE1-B419-7084E2777632}" srcOrd="2" destOrd="0" parTransId="{D1F37F32-5D44-41F4-AF70-FF98766874FD}" sibTransId="{9FDB0A13-267F-42CD-B4EF-DE13C4687C54}"/>
    <dgm:cxn modelId="{6B8D01E8-1291-4136-A872-8B36122C7BD0}" srcId="{775457AF-454E-4D1F-8E1E-92B153FE19DB}" destId="{BC8E1F86-758A-4E88-9DD0-4FBDCAC163C3}" srcOrd="1" destOrd="0" parTransId="{0416E799-9F15-4690-A607-19C9108AFDD1}" sibTransId="{2A4CAE86-94C8-491C-8771-4770618CBEF7}"/>
    <dgm:cxn modelId="{87E500F6-270F-4F14-A3C6-FCECB87A3177}" type="presOf" srcId="{BC8E1F86-758A-4E88-9DD0-4FBDCAC163C3}" destId="{82FFF598-A23E-43F3-948A-72F6590EB5B6}" srcOrd="0" destOrd="0" presId="urn:microsoft.com/office/officeart/2018/2/layout/IconLabelList"/>
    <dgm:cxn modelId="{184782FD-1166-41F3-AD52-F0C503A9B420}" type="presOf" srcId="{775457AF-454E-4D1F-8E1E-92B153FE19DB}" destId="{EF52EB34-83C3-46D7-A543-964DF73F808B}" srcOrd="0" destOrd="0" presId="urn:microsoft.com/office/officeart/2018/2/layout/IconLabelList"/>
    <dgm:cxn modelId="{89AC98DB-F7D3-44A4-B23C-110280665521}" type="presParOf" srcId="{EF52EB34-83C3-46D7-A543-964DF73F808B}" destId="{D43CEBFC-7D8D-4E04-8BA1-DF88D8E577DD}" srcOrd="0" destOrd="0" presId="urn:microsoft.com/office/officeart/2018/2/layout/IconLabelList"/>
    <dgm:cxn modelId="{71190E5D-B947-4B89-A9B5-7433E3BE3312}" type="presParOf" srcId="{D43CEBFC-7D8D-4E04-8BA1-DF88D8E577DD}" destId="{4BDD8132-E257-4B42-80B6-94FAB6C11CBD}" srcOrd="0" destOrd="0" presId="urn:microsoft.com/office/officeart/2018/2/layout/IconLabelList"/>
    <dgm:cxn modelId="{21711DD6-22F4-4C97-BE68-5DC18D3DD15D}" type="presParOf" srcId="{D43CEBFC-7D8D-4E04-8BA1-DF88D8E577DD}" destId="{4B0970EE-40BC-4805-9DAB-3D55FB424850}" srcOrd="1" destOrd="0" presId="urn:microsoft.com/office/officeart/2018/2/layout/IconLabelList"/>
    <dgm:cxn modelId="{82F8205C-2B66-4A6A-A0DD-1BD11321E82F}" type="presParOf" srcId="{D43CEBFC-7D8D-4E04-8BA1-DF88D8E577DD}" destId="{BB4FCEF2-943A-4BF6-A70E-F68E8B54B49A}" srcOrd="2" destOrd="0" presId="urn:microsoft.com/office/officeart/2018/2/layout/IconLabelList"/>
    <dgm:cxn modelId="{C760FB0B-A8E0-414E-8923-DE49D7FE14F8}" type="presParOf" srcId="{EF52EB34-83C3-46D7-A543-964DF73F808B}" destId="{662A2648-22D2-4B32-B6F6-E31A2AE6E5CE}" srcOrd="1" destOrd="0" presId="urn:microsoft.com/office/officeart/2018/2/layout/IconLabelList"/>
    <dgm:cxn modelId="{AEF27314-DAE6-48BF-85EC-71479E374D41}" type="presParOf" srcId="{EF52EB34-83C3-46D7-A543-964DF73F808B}" destId="{BC13C5EF-908A-4426-A25E-6E74DD41CC6C}" srcOrd="2" destOrd="0" presId="urn:microsoft.com/office/officeart/2018/2/layout/IconLabelList"/>
    <dgm:cxn modelId="{34DA62F0-F49C-474A-9814-76CFDE7ED646}" type="presParOf" srcId="{BC13C5EF-908A-4426-A25E-6E74DD41CC6C}" destId="{ECD79130-2E43-4F4B-96C0-04C56F3D744F}" srcOrd="0" destOrd="0" presId="urn:microsoft.com/office/officeart/2018/2/layout/IconLabelList"/>
    <dgm:cxn modelId="{49FE8519-0B14-44C4-AC96-D2529BE4EDAA}" type="presParOf" srcId="{BC13C5EF-908A-4426-A25E-6E74DD41CC6C}" destId="{71E99CB8-7912-444C-88D1-1C223AE2528A}" srcOrd="1" destOrd="0" presId="urn:microsoft.com/office/officeart/2018/2/layout/IconLabelList"/>
    <dgm:cxn modelId="{399DE62A-52E1-4EF3-9D26-0A81D6E4E5BC}" type="presParOf" srcId="{BC13C5EF-908A-4426-A25E-6E74DD41CC6C}" destId="{82FFF598-A23E-43F3-948A-72F6590EB5B6}" srcOrd="2" destOrd="0" presId="urn:microsoft.com/office/officeart/2018/2/layout/IconLabelList"/>
    <dgm:cxn modelId="{390B9BAB-EBB2-48BD-B778-1D89592980BF}" type="presParOf" srcId="{EF52EB34-83C3-46D7-A543-964DF73F808B}" destId="{9852D482-255C-41AB-9332-452A0A5EDCC5}" srcOrd="3" destOrd="0" presId="urn:microsoft.com/office/officeart/2018/2/layout/IconLabelList"/>
    <dgm:cxn modelId="{F572E8A0-3DC6-4885-8821-435F83928AA8}" type="presParOf" srcId="{EF52EB34-83C3-46D7-A543-964DF73F808B}" destId="{CE273EEB-DE43-4411-8AF3-16A7DAF039D8}" srcOrd="4" destOrd="0" presId="urn:microsoft.com/office/officeart/2018/2/layout/IconLabelList"/>
    <dgm:cxn modelId="{B1F573BA-2EBD-4FEC-BB3F-E14773B4AA65}" type="presParOf" srcId="{CE273EEB-DE43-4411-8AF3-16A7DAF039D8}" destId="{7711D466-7460-49A5-8F12-C5D582D48B97}" srcOrd="0" destOrd="0" presId="urn:microsoft.com/office/officeart/2018/2/layout/IconLabelList"/>
    <dgm:cxn modelId="{299936EF-E650-4BD1-B533-7D9935EEC5A7}" type="presParOf" srcId="{CE273EEB-DE43-4411-8AF3-16A7DAF039D8}" destId="{F109BF5B-2233-4750-8210-666579320C02}" srcOrd="1" destOrd="0" presId="urn:microsoft.com/office/officeart/2018/2/layout/IconLabelList"/>
    <dgm:cxn modelId="{0FBF95E1-2554-46E5-9FD4-786E114BE2E9}" type="presParOf" srcId="{CE273EEB-DE43-4411-8AF3-16A7DAF039D8}" destId="{976C42B9-B35D-4DD4-A67C-D636FE5C179E}" srcOrd="2" destOrd="0" presId="urn:microsoft.com/office/officeart/2018/2/layout/IconLabelList"/>
    <dgm:cxn modelId="{D0B86840-C8D0-42BE-BC87-DB1A9E84FEA2}" type="presParOf" srcId="{EF52EB34-83C3-46D7-A543-964DF73F808B}" destId="{AA609765-DA52-4B80-8486-8A160D662E08}" srcOrd="5" destOrd="0" presId="urn:microsoft.com/office/officeart/2018/2/layout/IconLabelList"/>
    <dgm:cxn modelId="{39456D09-60B4-45B5-BFD1-05450D3B8CE6}" type="presParOf" srcId="{EF52EB34-83C3-46D7-A543-964DF73F808B}" destId="{ECFA7842-0A18-44CE-B8A8-7E1420F8129B}" srcOrd="6" destOrd="0" presId="urn:microsoft.com/office/officeart/2018/2/layout/IconLabelList"/>
    <dgm:cxn modelId="{F56AA0E4-EE64-4776-A89F-468C5BC85506}" type="presParOf" srcId="{ECFA7842-0A18-44CE-B8A8-7E1420F8129B}" destId="{1A4053E5-27E0-48DA-BABB-E8B5C46B6573}" srcOrd="0" destOrd="0" presId="urn:microsoft.com/office/officeart/2018/2/layout/IconLabelList"/>
    <dgm:cxn modelId="{4BEA51A0-F221-472E-AB82-E3A8AD22530D}" type="presParOf" srcId="{ECFA7842-0A18-44CE-B8A8-7E1420F8129B}" destId="{0418206C-227F-4228-86F9-F57044B86F8C}" srcOrd="1" destOrd="0" presId="urn:microsoft.com/office/officeart/2018/2/layout/IconLabelList"/>
    <dgm:cxn modelId="{D6FFB3C6-05AA-4272-8D08-17C112AD56D5}" type="presParOf" srcId="{ECFA7842-0A18-44CE-B8A8-7E1420F8129B}" destId="{85FB80A8-6ACF-43E5-9DB5-93B2C647BD9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A9FD6C8-6CEF-4989-932D-9D7DBB9DB7D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3DDA79-BA30-4910-84BD-27C147DD13F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Input image converted into numerical tensor </a:t>
          </a:r>
        </a:p>
      </dgm:t>
    </dgm:pt>
    <dgm:pt modelId="{EF6BA27E-0EBB-4777-B464-518E0770E8CD}" type="parTrans" cxnId="{6969B0EF-B19C-421C-B8BB-2FB2F4ED7873}">
      <dgm:prSet/>
      <dgm:spPr/>
      <dgm:t>
        <a:bodyPr/>
        <a:lstStyle/>
        <a:p>
          <a:endParaRPr lang="en-US"/>
        </a:p>
      </dgm:t>
    </dgm:pt>
    <dgm:pt modelId="{22CD6FD2-B5FA-45DD-8587-9A65B6C86017}" type="sibTrans" cxnId="{6969B0EF-B19C-421C-B8BB-2FB2F4ED7873}">
      <dgm:prSet/>
      <dgm:spPr/>
      <dgm:t>
        <a:bodyPr/>
        <a:lstStyle/>
        <a:p>
          <a:endParaRPr lang="en-US"/>
        </a:p>
      </dgm:t>
    </dgm:pt>
    <dgm:pt modelId="{E4D1AFBF-2CCA-4BF3-B360-8EED4B1CD30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outputs a probability value: </a:t>
          </a:r>
        </a:p>
      </dgm:t>
    </dgm:pt>
    <dgm:pt modelId="{D8E8DBB3-812B-45CC-8D0A-62638E6BC279}" type="parTrans" cxnId="{F61B8C70-8B52-43E3-93FF-4777D36C7B36}">
      <dgm:prSet/>
      <dgm:spPr/>
      <dgm:t>
        <a:bodyPr/>
        <a:lstStyle/>
        <a:p>
          <a:endParaRPr lang="en-US"/>
        </a:p>
      </dgm:t>
    </dgm:pt>
    <dgm:pt modelId="{25A64637-EBA5-454D-810E-B329C083EA3C}" type="sibTrans" cxnId="{F61B8C70-8B52-43E3-93FF-4777D36C7B36}">
      <dgm:prSet/>
      <dgm:spPr/>
      <dgm:t>
        <a:bodyPr/>
        <a:lstStyle/>
        <a:p>
          <a:endParaRPr lang="en-US"/>
        </a:p>
      </dgm:t>
    </dgm:pt>
    <dgm:pt modelId="{D538B4A9-BD43-4EBF-92AF-33B2A21B44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&lt; 0.5 → PSCT </a:t>
          </a:r>
        </a:p>
      </dgm:t>
    </dgm:pt>
    <dgm:pt modelId="{C09FE81D-61AB-462C-BF5D-B93BE57D63D7}" type="parTrans" cxnId="{55BF3CAE-001D-4C66-BEC5-D3881F283B8B}">
      <dgm:prSet/>
      <dgm:spPr/>
      <dgm:t>
        <a:bodyPr/>
        <a:lstStyle/>
        <a:p>
          <a:endParaRPr lang="en-US"/>
        </a:p>
      </dgm:t>
    </dgm:pt>
    <dgm:pt modelId="{7C58BE39-0634-4E1B-A119-8769DA9148F3}" type="sibTrans" cxnId="{55BF3CAE-001D-4C66-BEC5-D3881F283B8B}">
      <dgm:prSet/>
      <dgm:spPr/>
      <dgm:t>
        <a:bodyPr/>
        <a:lstStyle/>
        <a:p>
          <a:endParaRPr lang="en-US"/>
        </a:p>
      </dgm:t>
    </dgm:pt>
    <dgm:pt modelId="{9284FA6D-C87B-43C5-8969-9CDEB918286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≥ 0.5 → SSCT </a:t>
          </a:r>
        </a:p>
      </dgm:t>
    </dgm:pt>
    <dgm:pt modelId="{2399ED3E-CDA5-4E77-B66E-A24BB2B5B366}" type="parTrans" cxnId="{C0039F69-C6FA-4FEC-B845-E6809EC6ECED}">
      <dgm:prSet/>
      <dgm:spPr/>
      <dgm:t>
        <a:bodyPr/>
        <a:lstStyle/>
        <a:p>
          <a:endParaRPr lang="en-US"/>
        </a:p>
      </dgm:t>
    </dgm:pt>
    <dgm:pt modelId="{7C634FCF-4AA9-4060-90E7-97E1328E85F3}" type="sibTrans" cxnId="{C0039F69-C6FA-4FEC-B845-E6809EC6ECED}">
      <dgm:prSet/>
      <dgm:spPr/>
      <dgm:t>
        <a:bodyPr/>
        <a:lstStyle/>
        <a:p>
          <a:endParaRPr lang="en-US"/>
        </a:p>
      </dgm:t>
    </dgm:pt>
    <dgm:pt modelId="{AE01BA56-2096-478F-BBD3-5219DCCAE5CF}" type="pres">
      <dgm:prSet presAssocID="{DA9FD6C8-6CEF-4989-932D-9D7DBB9DB7D4}" presName="root" presStyleCnt="0">
        <dgm:presLayoutVars>
          <dgm:dir/>
          <dgm:resizeHandles val="exact"/>
        </dgm:presLayoutVars>
      </dgm:prSet>
      <dgm:spPr/>
    </dgm:pt>
    <dgm:pt modelId="{5E32850A-9B55-4316-BAA1-7EBFDCC4CA29}" type="pres">
      <dgm:prSet presAssocID="{953DDA79-BA30-4910-84BD-27C147DD13FE}" presName="compNode" presStyleCnt="0"/>
      <dgm:spPr/>
    </dgm:pt>
    <dgm:pt modelId="{C271143D-5B3D-4B34-B2D3-AA94CFA76CAC}" type="pres">
      <dgm:prSet presAssocID="{953DDA79-BA30-4910-84BD-27C147DD13FE}" presName="bgRect" presStyleLbl="bgShp" presStyleIdx="0" presStyleCnt="2"/>
      <dgm:spPr/>
    </dgm:pt>
    <dgm:pt modelId="{C70C06D5-E4FC-46DA-BF0F-C642B05CA16D}" type="pres">
      <dgm:prSet presAssocID="{953DDA79-BA30-4910-84BD-27C147DD13FE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66F7DAB-8CDC-47E2-A6AC-F168C7EF006C}" type="pres">
      <dgm:prSet presAssocID="{953DDA79-BA30-4910-84BD-27C147DD13FE}" presName="spaceRect" presStyleCnt="0"/>
      <dgm:spPr/>
    </dgm:pt>
    <dgm:pt modelId="{1D09E5E1-4E2F-4A6B-AE55-D9344FE978F0}" type="pres">
      <dgm:prSet presAssocID="{953DDA79-BA30-4910-84BD-27C147DD13FE}" presName="parTx" presStyleLbl="revTx" presStyleIdx="0" presStyleCnt="3">
        <dgm:presLayoutVars>
          <dgm:chMax val="0"/>
          <dgm:chPref val="0"/>
        </dgm:presLayoutVars>
      </dgm:prSet>
      <dgm:spPr/>
    </dgm:pt>
    <dgm:pt modelId="{4262B095-CD4D-4541-A619-FF2E1E255E4C}" type="pres">
      <dgm:prSet presAssocID="{22CD6FD2-B5FA-45DD-8587-9A65B6C86017}" presName="sibTrans" presStyleCnt="0"/>
      <dgm:spPr/>
    </dgm:pt>
    <dgm:pt modelId="{FE025F85-400B-4A9F-8210-A10CAA5C7333}" type="pres">
      <dgm:prSet presAssocID="{E4D1AFBF-2CCA-4BF3-B360-8EED4B1CD306}" presName="compNode" presStyleCnt="0"/>
      <dgm:spPr/>
    </dgm:pt>
    <dgm:pt modelId="{DAAF85CA-39E6-420D-A2F2-F669252674AF}" type="pres">
      <dgm:prSet presAssocID="{E4D1AFBF-2CCA-4BF3-B360-8EED4B1CD306}" presName="bgRect" presStyleLbl="bgShp" presStyleIdx="1" presStyleCnt="2"/>
      <dgm:spPr/>
    </dgm:pt>
    <dgm:pt modelId="{65D49E85-EE6A-4338-9379-EF717410295B}" type="pres">
      <dgm:prSet presAssocID="{E4D1AFBF-2CCA-4BF3-B360-8EED4B1CD306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8DD2CBF-59B9-40D6-956E-FA82F207BE0F}" type="pres">
      <dgm:prSet presAssocID="{E4D1AFBF-2CCA-4BF3-B360-8EED4B1CD306}" presName="spaceRect" presStyleCnt="0"/>
      <dgm:spPr/>
    </dgm:pt>
    <dgm:pt modelId="{184BADC0-2A31-4D8A-B008-0A7902592EC9}" type="pres">
      <dgm:prSet presAssocID="{E4D1AFBF-2CCA-4BF3-B360-8EED4B1CD306}" presName="parTx" presStyleLbl="revTx" presStyleIdx="1" presStyleCnt="3">
        <dgm:presLayoutVars>
          <dgm:chMax val="0"/>
          <dgm:chPref val="0"/>
        </dgm:presLayoutVars>
      </dgm:prSet>
      <dgm:spPr/>
    </dgm:pt>
    <dgm:pt modelId="{3E24CE48-F617-48E1-8B55-2372D613DDBA}" type="pres">
      <dgm:prSet presAssocID="{E4D1AFBF-2CCA-4BF3-B360-8EED4B1CD306}" presName="desTx" presStyleLbl="revTx" presStyleIdx="2" presStyleCnt="3">
        <dgm:presLayoutVars/>
      </dgm:prSet>
      <dgm:spPr/>
    </dgm:pt>
  </dgm:ptLst>
  <dgm:cxnLst>
    <dgm:cxn modelId="{4470580B-36C5-4DB7-AFB6-0F0E4373EBA9}" type="presOf" srcId="{9284FA6D-C87B-43C5-8969-9CDEB918286B}" destId="{3E24CE48-F617-48E1-8B55-2372D613DDBA}" srcOrd="0" destOrd="1" presId="urn:microsoft.com/office/officeart/2018/2/layout/IconVerticalSolidList"/>
    <dgm:cxn modelId="{C0039F69-C6FA-4FEC-B845-E6809EC6ECED}" srcId="{E4D1AFBF-2CCA-4BF3-B360-8EED4B1CD306}" destId="{9284FA6D-C87B-43C5-8969-9CDEB918286B}" srcOrd="1" destOrd="0" parTransId="{2399ED3E-CDA5-4E77-B66E-A24BB2B5B366}" sibTransId="{7C634FCF-4AA9-4060-90E7-97E1328E85F3}"/>
    <dgm:cxn modelId="{F61B8C70-8B52-43E3-93FF-4777D36C7B36}" srcId="{DA9FD6C8-6CEF-4989-932D-9D7DBB9DB7D4}" destId="{E4D1AFBF-2CCA-4BF3-B360-8EED4B1CD306}" srcOrd="1" destOrd="0" parTransId="{D8E8DBB3-812B-45CC-8D0A-62638E6BC279}" sibTransId="{25A64637-EBA5-454D-810E-B329C083EA3C}"/>
    <dgm:cxn modelId="{6DB55F85-7F6B-44D9-9343-F7CCC3C660B2}" type="presOf" srcId="{DA9FD6C8-6CEF-4989-932D-9D7DBB9DB7D4}" destId="{AE01BA56-2096-478F-BBD3-5219DCCAE5CF}" srcOrd="0" destOrd="0" presId="urn:microsoft.com/office/officeart/2018/2/layout/IconVerticalSolidList"/>
    <dgm:cxn modelId="{55BF3CAE-001D-4C66-BEC5-D3881F283B8B}" srcId="{E4D1AFBF-2CCA-4BF3-B360-8EED4B1CD306}" destId="{D538B4A9-BD43-4EBF-92AF-33B2A21B44CD}" srcOrd="0" destOrd="0" parTransId="{C09FE81D-61AB-462C-BF5D-B93BE57D63D7}" sibTransId="{7C58BE39-0634-4E1B-A119-8769DA9148F3}"/>
    <dgm:cxn modelId="{D71F4CB9-F7D0-473F-AE6C-587B18745C44}" type="presOf" srcId="{D538B4A9-BD43-4EBF-92AF-33B2A21B44CD}" destId="{3E24CE48-F617-48E1-8B55-2372D613DDBA}" srcOrd="0" destOrd="0" presId="urn:microsoft.com/office/officeart/2018/2/layout/IconVerticalSolidList"/>
    <dgm:cxn modelId="{C56605C3-424A-40FC-8104-5CDFCB800199}" type="presOf" srcId="{953DDA79-BA30-4910-84BD-27C147DD13FE}" destId="{1D09E5E1-4E2F-4A6B-AE55-D9344FE978F0}" srcOrd="0" destOrd="0" presId="urn:microsoft.com/office/officeart/2018/2/layout/IconVerticalSolidList"/>
    <dgm:cxn modelId="{6969B0EF-B19C-421C-B8BB-2FB2F4ED7873}" srcId="{DA9FD6C8-6CEF-4989-932D-9D7DBB9DB7D4}" destId="{953DDA79-BA30-4910-84BD-27C147DD13FE}" srcOrd="0" destOrd="0" parTransId="{EF6BA27E-0EBB-4777-B464-518E0770E8CD}" sibTransId="{22CD6FD2-B5FA-45DD-8587-9A65B6C86017}"/>
    <dgm:cxn modelId="{18137BF4-A893-4C59-804E-5616D99A8027}" type="presOf" srcId="{E4D1AFBF-2CCA-4BF3-B360-8EED4B1CD306}" destId="{184BADC0-2A31-4D8A-B008-0A7902592EC9}" srcOrd="0" destOrd="0" presId="urn:microsoft.com/office/officeart/2018/2/layout/IconVerticalSolidList"/>
    <dgm:cxn modelId="{A536C2A3-1A24-4094-953A-6F3FBCCE3375}" type="presParOf" srcId="{AE01BA56-2096-478F-BBD3-5219DCCAE5CF}" destId="{5E32850A-9B55-4316-BAA1-7EBFDCC4CA29}" srcOrd="0" destOrd="0" presId="urn:microsoft.com/office/officeart/2018/2/layout/IconVerticalSolidList"/>
    <dgm:cxn modelId="{36B2EFF2-622F-40C2-9143-2568BF832C07}" type="presParOf" srcId="{5E32850A-9B55-4316-BAA1-7EBFDCC4CA29}" destId="{C271143D-5B3D-4B34-B2D3-AA94CFA76CAC}" srcOrd="0" destOrd="0" presId="urn:microsoft.com/office/officeart/2018/2/layout/IconVerticalSolidList"/>
    <dgm:cxn modelId="{AE6FC24B-40C7-4EF9-817B-E82EFE43BF9E}" type="presParOf" srcId="{5E32850A-9B55-4316-BAA1-7EBFDCC4CA29}" destId="{C70C06D5-E4FC-46DA-BF0F-C642B05CA16D}" srcOrd="1" destOrd="0" presId="urn:microsoft.com/office/officeart/2018/2/layout/IconVerticalSolidList"/>
    <dgm:cxn modelId="{D37EDB47-1A67-40C2-8974-F9680B90E56F}" type="presParOf" srcId="{5E32850A-9B55-4316-BAA1-7EBFDCC4CA29}" destId="{766F7DAB-8CDC-47E2-A6AC-F168C7EF006C}" srcOrd="2" destOrd="0" presId="urn:microsoft.com/office/officeart/2018/2/layout/IconVerticalSolidList"/>
    <dgm:cxn modelId="{561625EC-F275-4C6E-B2FC-A9D905D343D1}" type="presParOf" srcId="{5E32850A-9B55-4316-BAA1-7EBFDCC4CA29}" destId="{1D09E5E1-4E2F-4A6B-AE55-D9344FE978F0}" srcOrd="3" destOrd="0" presId="urn:microsoft.com/office/officeart/2018/2/layout/IconVerticalSolidList"/>
    <dgm:cxn modelId="{70D9E310-3FE9-4F3A-914C-57A4CB5A3166}" type="presParOf" srcId="{AE01BA56-2096-478F-BBD3-5219DCCAE5CF}" destId="{4262B095-CD4D-4541-A619-FF2E1E255E4C}" srcOrd="1" destOrd="0" presId="urn:microsoft.com/office/officeart/2018/2/layout/IconVerticalSolidList"/>
    <dgm:cxn modelId="{96CCC8D3-3620-453E-BBB7-10324DD9B211}" type="presParOf" srcId="{AE01BA56-2096-478F-BBD3-5219DCCAE5CF}" destId="{FE025F85-400B-4A9F-8210-A10CAA5C7333}" srcOrd="2" destOrd="0" presId="urn:microsoft.com/office/officeart/2018/2/layout/IconVerticalSolidList"/>
    <dgm:cxn modelId="{4833D09A-8117-4895-844A-2D7469D7CF10}" type="presParOf" srcId="{FE025F85-400B-4A9F-8210-A10CAA5C7333}" destId="{DAAF85CA-39E6-420D-A2F2-F669252674AF}" srcOrd="0" destOrd="0" presId="urn:microsoft.com/office/officeart/2018/2/layout/IconVerticalSolidList"/>
    <dgm:cxn modelId="{9EBFCBEF-557F-4672-B431-3452DDD16A7F}" type="presParOf" srcId="{FE025F85-400B-4A9F-8210-A10CAA5C7333}" destId="{65D49E85-EE6A-4338-9379-EF717410295B}" srcOrd="1" destOrd="0" presId="urn:microsoft.com/office/officeart/2018/2/layout/IconVerticalSolidList"/>
    <dgm:cxn modelId="{46AB0EF4-1ACA-4E91-8DF6-215FEDCD2D9E}" type="presParOf" srcId="{FE025F85-400B-4A9F-8210-A10CAA5C7333}" destId="{58DD2CBF-59B9-40D6-956E-FA82F207BE0F}" srcOrd="2" destOrd="0" presId="urn:microsoft.com/office/officeart/2018/2/layout/IconVerticalSolidList"/>
    <dgm:cxn modelId="{C4458A1B-2206-40B8-A7CB-A05820823EA5}" type="presParOf" srcId="{FE025F85-400B-4A9F-8210-A10CAA5C7333}" destId="{184BADC0-2A31-4D8A-B008-0A7902592EC9}" srcOrd="3" destOrd="0" presId="urn:microsoft.com/office/officeart/2018/2/layout/IconVerticalSolidList"/>
    <dgm:cxn modelId="{858F1F64-BD93-49D4-B03F-399F7655F3F2}" type="presParOf" srcId="{FE025F85-400B-4A9F-8210-A10CAA5C7333}" destId="{3E24CE48-F617-48E1-8B55-2372D613DDBA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9DF405E-487E-4C9A-8475-84ECDED928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11B3B64-9330-4D8E-A836-66628B73F7A0}">
      <dgm:prSet/>
      <dgm:spPr/>
      <dgm:t>
        <a:bodyPr/>
        <a:lstStyle/>
        <a:p>
          <a:r>
            <a:rPr lang="en-US"/>
            <a:t>EfficientNet: 96.05% accuracy</a:t>
          </a:r>
        </a:p>
      </dgm:t>
    </dgm:pt>
    <dgm:pt modelId="{5B605694-3C2D-41E9-8702-19E87A00CBE1}" type="parTrans" cxnId="{99C524F0-97FB-4C6C-8E0B-A120A00990A5}">
      <dgm:prSet/>
      <dgm:spPr/>
      <dgm:t>
        <a:bodyPr/>
        <a:lstStyle/>
        <a:p>
          <a:endParaRPr lang="en-US"/>
        </a:p>
      </dgm:t>
    </dgm:pt>
    <dgm:pt modelId="{944C5613-4FBD-46FB-A5C8-93BA13BF80AC}" type="sibTrans" cxnId="{99C524F0-97FB-4C6C-8E0B-A120A00990A5}">
      <dgm:prSet/>
      <dgm:spPr/>
      <dgm:t>
        <a:bodyPr/>
        <a:lstStyle/>
        <a:p>
          <a:endParaRPr lang="en-US"/>
        </a:p>
      </dgm:t>
    </dgm:pt>
    <dgm:pt modelId="{5580D80E-3D81-4577-9F8A-E2A0E569E231}">
      <dgm:prSet/>
      <dgm:spPr/>
      <dgm:t>
        <a:bodyPr/>
        <a:lstStyle/>
        <a:p>
          <a:r>
            <a:rPr lang="en-US"/>
            <a:t>• MobileNetV3: stable performance</a:t>
          </a:r>
        </a:p>
      </dgm:t>
    </dgm:pt>
    <dgm:pt modelId="{4CCFE2AC-B3C8-410E-B02F-2FBE46B558B3}" type="parTrans" cxnId="{2F1D291C-D115-4BBF-979E-A81CF5724306}">
      <dgm:prSet/>
      <dgm:spPr/>
      <dgm:t>
        <a:bodyPr/>
        <a:lstStyle/>
        <a:p>
          <a:endParaRPr lang="en-US"/>
        </a:p>
      </dgm:t>
    </dgm:pt>
    <dgm:pt modelId="{5C34A573-1FDA-482F-88EB-B60A80768AD5}" type="sibTrans" cxnId="{2F1D291C-D115-4BBF-979E-A81CF5724306}">
      <dgm:prSet/>
      <dgm:spPr/>
      <dgm:t>
        <a:bodyPr/>
        <a:lstStyle/>
        <a:p>
          <a:endParaRPr lang="en-US"/>
        </a:p>
      </dgm:t>
    </dgm:pt>
    <dgm:pt modelId="{167F29BC-39E6-4262-89B9-09B4ABD949CA}">
      <dgm:prSet/>
      <dgm:spPr/>
      <dgm:t>
        <a:bodyPr/>
        <a:lstStyle/>
        <a:p>
          <a:r>
            <a:rPr lang="en-US"/>
            <a:t>• MobileNetV2: efficient and fast</a:t>
          </a:r>
        </a:p>
      </dgm:t>
    </dgm:pt>
    <dgm:pt modelId="{63AC5EE4-F176-4D94-941F-DE11F8242E30}" type="parTrans" cxnId="{C520048A-3C8E-4E3F-8243-8E846F462890}">
      <dgm:prSet/>
      <dgm:spPr/>
      <dgm:t>
        <a:bodyPr/>
        <a:lstStyle/>
        <a:p>
          <a:endParaRPr lang="en-US"/>
        </a:p>
      </dgm:t>
    </dgm:pt>
    <dgm:pt modelId="{EF19E532-AEE5-4F60-89C0-6E1E26952520}" type="sibTrans" cxnId="{C520048A-3C8E-4E3F-8243-8E846F462890}">
      <dgm:prSet/>
      <dgm:spPr/>
      <dgm:t>
        <a:bodyPr/>
        <a:lstStyle/>
        <a:p>
          <a:endParaRPr lang="en-US"/>
        </a:p>
      </dgm:t>
    </dgm:pt>
    <dgm:pt modelId="{93F01F3F-7E47-43CD-9C03-A1EE9D507779}" type="pres">
      <dgm:prSet presAssocID="{79DF405E-487E-4C9A-8475-84ECDED9282E}" presName="linear" presStyleCnt="0">
        <dgm:presLayoutVars>
          <dgm:animLvl val="lvl"/>
          <dgm:resizeHandles val="exact"/>
        </dgm:presLayoutVars>
      </dgm:prSet>
      <dgm:spPr/>
    </dgm:pt>
    <dgm:pt modelId="{BF76993A-EB27-4EFC-816E-62F48AE035A1}" type="pres">
      <dgm:prSet presAssocID="{211B3B64-9330-4D8E-A836-66628B73F7A0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1BC3AB3-C065-408E-9190-9EADE7B7195E}" type="pres">
      <dgm:prSet presAssocID="{944C5613-4FBD-46FB-A5C8-93BA13BF80AC}" presName="spacer" presStyleCnt="0"/>
      <dgm:spPr/>
    </dgm:pt>
    <dgm:pt modelId="{6E726330-70F6-4D8F-BDC5-6BB30682935C}" type="pres">
      <dgm:prSet presAssocID="{5580D80E-3D81-4577-9F8A-E2A0E569E23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A42EA77-6B68-4B63-9E12-2028BCFA5E4F}" type="pres">
      <dgm:prSet presAssocID="{5C34A573-1FDA-482F-88EB-B60A80768AD5}" presName="spacer" presStyleCnt="0"/>
      <dgm:spPr/>
    </dgm:pt>
    <dgm:pt modelId="{E0CAC9A5-206E-4F32-B1EC-71D5B14E504C}" type="pres">
      <dgm:prSet presAssocID="{167F29BC-39E6-4262-89B9-09B4ABD949CA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2F1D291C-D115-4BBF-979E-A81CF5724306}" srcId="{79DF405E-487E-4C9A-8475-84ECDED9282E}" destId="{5580D80E-3D81-4577-9F8A-E2A0E569E231}" srcOrd="1" destOrd="0" parTransId="{4CCFE2AC-B3C8-410E-B02F-2FBE46B558B3}" sibTransId="{5C34A573-1FDA-482F-88EB-B60A80768AD5}"/>
    <dgm:cxn modelId="{C520048A-3C8E-4E3F-8243-8E846F462890}" srcId="{79DF405E-487E-4C9A-8475-84ECDED9282E}" destId="{167F29BC-39E6-4262-89B9-09B4ABD949CA}" srcOrd="2" destOrd="0" parTransId="{63AC5EE4-F176-4D94-941F-DE11F8242E30}" sibTransId="{EF19E532-AEE5-4F60-89C0-6E1E26952520}"/>
    <dgm:cxn modelId="{EF9DA1BA-179E-4C94-A74A-F16B60F1974D}" type="presOf" srcId="{211B3B64-9330-4D8E-A836-66628B73F7A0}" destId="{BF76993A-EB27-4EFC-816E-62F48AE035A1}" srcOrd="0" destOrd="0" presId="urn:microsoft.com/office/officeart/2005/8/layout/vList2"/>
    <dgm:cxn modelId="{843D25C2-0D1B-4582-85CC-5DA8A0B0FBEE}" type="presOf" srcId="{167F29BC-39E6-4262-89B9-09B4ABD949CA}" destId="{E0CAC9A5-206E-4F32-B1EC-71D5B14E504C}" srcOrd="0" destOrd="0" presId="urn:microsoft.com/office/officeart/2005/8/layout/vList2"/>
    <dgm:cxn modelId="{BDA044DE-AF5A-471E-A50E-82F17F468BC7}" type="presOf" srcId="{79DF405E-487E-4C9A-8475-84ECDED9282E}" destId="{93F01F3F-7E47-43CD-9C03-A1EE9D507779}" srcOrd="0" destOrd="0" presId="urn:microsoft.com/office/officeart/2005/8/layout/vList2"/>
    <dgm:cxn modelId="{99C524F0-97FB-4C6C-8E0B-A120A00990A5}" srcId="{79DF405E-487E-4C9A-8475-84ECDED9282E}" destId="{211B3B64-9330-4D8E-A836-66628B73F7A0}" srcOrd="0" destOrd="0" parTransId="{5B605694-3C2D-41E9-8702-19E87A00CBE1}" sibTransId="{944C5613-4FBD-46FB-A5C8-93BA13BF80AC}"/>
    <dgm:cxn modelId="{AF537AF9-2082-4298-8572-A9EC4237FA6B}" type="presOf" srcId="{5580D80E-3D81-4577-9F8A-E2A0E569E231}" destId="{6E726330-70F6-4D8F-BDC5-6BB30682935C}" srcOrd="0" destOrd="0" presId="urn:microsoft.com/office/officeart/2005/8/layout/vList2"/>
    <dgm:cxn modelId="{A94889DC-C899-4701-9DD7-0AB9FFA85EC3}" type="presParOf" srcId="{93F01F3F-7E47-43CD-9C03-A1EE9D507779}" destId="{BF76993A-EB27-4EFC-816E-62F48AE035A1}" srcOrd="0" destOrd="0" presId="urn:microsoft.com/office/officeart/2005/8/layout/vList2"/>
    <dgm:cxn modelId="{C464738D-E85D-4A10-8C0E-9ECF6032C34C}" type="presParOf" srcId="{93F01F3F-7E47-43CD-9C03-A1EE9D507779}" destId="{D1BC3AB3-C065-408E-9190-9EADE7B7195E}" srcOrd="1" destOrd="0" presId="urn:microsoft.com/office/officeart/2005/8/layout/vList2"/>
    <dgm:cxn modelId="{5680A745-0E01-436D-B1C7-F8C92C8284E3}" type="presParOf" srcId="{93F01F3F-7E47-43CD-9C03-A1EE9D507779}" destId="{6E726330-70F6-4D8F-BDC5-6BB30682935C}" srcOrd="2" destOrd="0" presId="urn:microsoft.com/office/officeart/2005/8/layout/vList2"/>
    <dgm:cxn modelId="{A688C011-E1ED-4364-AA72-7E479E3251EF}" type="presParOf" srcId="{93F01F3F-7E47-43CD-9C03-A1EE9D507779}" destId="{5A42EA77-6B68-4B63-9E12-2028BCFA5E4F}" srcOrd="3" destOrd="0" presId="urn:microsoft.com/office/officeart/2005/8/layout/vList2"/>
    <dgm:cxn modelId="{9D16EF03-E4E3-4D1C-809E-1F58113DDC02}" type="presParOf" srcId="{93F01F3F-7E47-43CD-9C03-A1EE9D507779}" destId="{E0CAC9A5-206E-4F32-B1EC-71D5B14E504C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07E916D-328C-4138-A95E-012D9BC6E610}" type="doc">
      <dgm:prSet loTypeId="urn:microsoft.com/office/officeart/2005/8/layout/vList2" loCatId="list" qsTypeId="urn:microsoft.com/office/officeart/2005/8/quickstyle/simple2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B2738C37-D3D2-4A50-83B1-4A2C7721516B}">
      <dgm:prSet/>
      <dgm:spPr/>
      <dgm:t>
        <a:bodyPr/>
        <a:lstStyle/>
        <a:p>
          <a:r>
            <a:rPr lang="en-US"/>
            <a:t>Image input (camera/gallery)</a:t>
          </a:r>
        </a:p>
      </dgm:t>
    </dgm:pt>
    <dgm:pt modelId="{52C71F2F-B8B3-4BA1-9C65-2F04F2AB8344}" type="parTrans" cxnId="{3AF9CF67-3269-4D4F-A594-04520B82FD8B}">
      <dgm:prSet/>
      <dgm:spPr/>
      <dgm:t>
        <a:bodyPr/>
        <a:lstStyle/>
        <a:p>
          <a:endParaRPr lang="en-US"/>
        </a:p>
      </dgm:t>
    </dgm:pt>
    <dgm:pt modelId="{E5F870AD-B489-497E-BF31-083CADD4B2E4}" type="sibTrans" cxnId="{3AF9CF67-3269-4D4F-A594-04520B82FD8B}">
      <dgm:prSet/>
      <dgm:spPr/>
      <dgm:t>
        <a:bodyPr/>
        <a:lstStyle/>
        <a:p>
          <a:endParaRPr lang="en-US"/>
        </a:p>
      </dgm:t>
    </dgm:pt>
    <dgm:pt modelId="{19AF7FC8-24CD-4BEC-B28A-451BB0CC9956}">
      <dgm:prSet/>
      <dgm:spPr/>
      <dgm:t>
        <a:bodyPr/>
        <a:lstStyle/>
        <a:p>
          <a:r>
            <a:rPr lang="en-US"/>
            <a:t>• Prediction result</a:t>
          </a:r>
        </a:p>
      </dgm:t>
    </dgm:pt>
    <dgm:pt modelId="{6CB6929E-2F93-4CE4-8F6E-D3468A31653F}" type="parTrans" cxnId="{54C75C71-8E13-45EA-AE87-8BE64BB43BA4}">
      <dgm:prSet/>
      <dgm:spPr/>
      <dgm:t>
        <a:bodyPr/>
        <a:lstStyle/>
        <a:p>
          <a:endParaRPr lang="en-US"/>
        </a:p>
      </dgm:t>
    </dgm:pt>
    <dgm:pt modelId="{BA69C40D-CC5F-4DFB-AD8D-FF0413CE9C96}" type="sibTrans" cxnId="{54C75C71-8E13-45EA-AE87-8BE64BB43BA4}">
      <dgm:prSet/>
      <dgm:spPr/>
      <dgm:t>
        <a:bodyPr/>
        <a:lstStyle/>
        <a:p>
          <a:endParaRPr lang="en-US"/>
        </a:p>
      </dgm:t>
    </dgm:pt>
    <dgm:pt modelId="{E82C2B5F-6CE8-49AE-9492-493E13FC1018}">
      <dgm:prSet/>
      <dgm:spPr/>
      <dgm:t>
        <a:bodyPr/>
        <a:lstStyle/>
        <a:p>
          <a:r>
            <a:rPr lang="en-US"/>
            <a:t>• Probability output</a:t>
          </a:r>
        </a:p>
      </dgm:t>
    </dgm:pt>
    <dgm:pt modelId="{77FC4A62-026A-47DC-9CCE-B467A6C5A4E5}" type="parTrans" cxnId="{BC1E5AD2-8D09-4EFE-8A45-5F1A38BCD563}">
      <dgm:prSet/>
      <dgm:spPr/>
      <dgm:t>
        <a:bodyPr/>
        <a:lstStyle/>
        <a:p>
          <a:endParaRPr lang="en-US"/>
        </a:p>
      </dgm:t>
    </dgm:pt>
    <dgm:pt modelId="{3B0771B3-E65C-4C7A-8573-ACDD12B1993F}" type="sibTrans" cxnId="{BC1E5AD2-8D09-4EFE-8A45-5F1A38BCD563}">
      <dgm:prSet/>
      <dgm:spPr/>
      <dgm:t>
        <a:bodyPr/>
        <a:lstStyle/>
        <a:p>
          <a:endParaRPr lang="en-US"/>
        </a:p>
      </dgm:t>
    </dgm:pt>
    <dgm:pt modelId="{DB193AD3-6125-4444-8762-15C1687E98AB}">
      <dgm:prSet/>
      <dgm:spPr/>
      <dgm:t>
        <a:bodyPr/>
        <a:lstStyle/>
        <a:p>
          <a:r>
            <a:rPr lang="en-US"/>
            <a:t>• User-friendly UI</a:t>
          </a:r>
        </a:p>
      </dgm:t>
    </dgm:pt>
    <dgm:pt modelId="{93A57620-55FE-4B2C-B606-75291C719F4C}" type="parTrans" cxnId="{A3802F85-644C-4FD7-8D3E-95A557235E6F}">
      <dgm:prSet/>
      <dgm:spPr/>
      <dgm:t>
        <a:bodyPr/>
        <a:lstStyle/>
        <a:p>
          <a:endParaRPr lang="en-US"/>
        </a:p>
      </dgm:t>
    </dgm:pt>
    <dgm:pt modelId="{8EC2A9AE-EAF2-4F1E-B77B-2337F8215FA1}" type="sibTrans" cxnId="{A3802F85-644C-4FD7-8D3E-95A557235E6F}">
      <dgm:prSet/>
      <dgm:spPr/>
      <dgm:t>
        <a:bodyPr/>
        <a:lstStyle/>
        <a:p>
          <a:endParaRPr lang="en-US"/>
        </a:p>
      </dgm:t>
    </dgm:pt>
    <dgm:pt modelId="{B01818F7-9979-46BB-BFA1-43DE0BCB1D56}" type="pres">
      <dgm:prSet presAssocID="{707E916D-328C-4138-A95E-012D9BC6E610}" presName="linear" presStyleCnt="0">
        <dgm:presLayoutVars>
          <dgm:animLvl val="lvl"/>
          <dgm:resizeHandles val="exact"/>
        </dgm:presLayoutVars>
      </dgm:prSet>
      <dgm:spPr/>
    </dgm:pt>
    <dgm:pt modelId="{27902E5C-93D5-4031-9482-F73DA29FB9AD}" type="pres">
      <dgm:prSet presAssocID="{B2738C37-D3D2-4A50-83B1-4A2C7721516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4202C15-2933-42A2-A5A8-E68D5D15E2A9}" type="pres">
      <dgm:prSet presAssocID="{E5F870AD-B489-497E-BF31-083CADD4B2E4}" presName="spacer" presStyleCnt="0"/>
      <dgm:spPr/>
    </dgm:pt>
    <dgm:pt modelId="{82BF17B5-31DB-43EC-8C68-82A1AB5F3BCD}" type="pres">
      <dgm:prSet presAssocID="{19AF7FC8-24CD-4BEC-B28A-451BB0CC995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974D0CD-0F82-4E07-8E58-5B4349E8A1A1}" type="pres">
      <dgm:prSet presAssocID="{BA69C40D-CC5F-4DFB-AD8D-FF0413CE9C96}" presName="spacer" presStyleCnt="0"/>
      <dgm:spPr/>
    </dgm:pt>
    <dgm:pt modelId="{CF161F61-7F4A-48E0-B3BC-3BF77CB5AF7A}" type="pres">
      <dgm:prSet presAssocID="{E82C2B5F-6CE8-49AE-9492-493E13FC1018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9925F68-F6AF-4D85-86A8-C511CD89EDA6}" type="pres">
      <dgm:prSet presAssocID="{3B0771B3-E65C-4C7A-8573-ACDD12B1993F}" presName="spacer" presStyleCnt="0"/>
      <dgm:spPr/>
    </dgm:pt>
    <dgm:pt modelId="{13F93FE1-F736-4E69-BB3C-14C633EE1C91}" type="pres">
      <dgm:prSet presAssocID="{DB193AD3-6125-4444-8762-15C1687E98A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69EFE430-CD4C-4BC9-9530-E1337814A667}" type="presOf" srcId="{B2738C37-D3D2-4A50-83B1-4A2C7721516B}" destId="{27902E5C-93D5-4031-9482-F73DA29FB9AD}" srcOrd="0" destOrd="0" presId="urn:microsoft.com/office/officeart/2005/8/layout/vList2"/>
    <dgm:cxn modelId="{3AF9CF67-3269-4D4F-A594-04520B82FD8B}" srcId="{707E916D-328C-4138-A95E-012D9BC6E610}" destId="{B2738C37-D3D2-4A50-83B1-4A2C7721516B}" srcOrd="0" destOrd="0" parTransId="{52C71F2F-B8B3-4BA1-9C65-2F04F2AB8344}" sibTransId="{E5F870AD-B489-497E-BF31-083CADD4B2E4}"/>
    <dgm:cxn modelId="{54C75C71-8E13-45EA-AE87-8BE64BB43BA4}" srcId="{707E916D-328C-4138-A95E-012D9BC6E610}" destId="{19AF7FC8-24CD-4BEC-B28A-451BB0CC9956}" srcOrd="1" destOrd="0" parTransId="{6CB6929E-2F93-4CE4-8F6E-D3468A31653F}" sibTransId="{BA69C40D-CC5F-4DFB-AD8D-FF0413CE9C96}"/>
    <dgm:cxn modelId="{A3802F85-644C-4FD7-8D3E-95A557235E6F}" srcId="{707E916D-328C-4138-A95E-012D9BC6E610}" destId="{DB193AD3-6125-4444-8762-15C1687E98AB}" srcOrd="3" destOrd="0" parTransId="{93A57620-55FE-4B2C-B606-75291C719F4C}" sibTransId="{8EC2A9AE-EAF2-4F1E-B77B-2337F8215FA1}"/>
    <dgm:cxn modelId="{6ABCED8B-2DE7-4BD6-96D8-F546620452E4}" type="presOf" srcId="{E82C2B5F-6CE8-49AE-9492-493E13FC1018}" destId="{CF161F61-7F4A-48E0-B3BC-3BF77CB5AF7A}" srcOrd="0" destOrd="0" presId="urn:microsoft.com/office/officeart/2005/8/layout/vList2"/>
    <dgm:cxn modelId="{F3D6A5A7-6A4D-4034-89BF-65CA4D3F1CA1}" type="presOf" srcId="{707E916D-328C-4138-A95E-012D9BC6E610}" destId="{B01818F7-9979-46BB-BFA1-43DE0BCB1D56}" srcOrd="0" destOrd="0" presId="urn:microsoft.com/office/officeart/2005/8/layout/vList2"/>
    <dgm:cxn modelId="{9FD326D0-F55A-4040-9038-DEFA90B492F9}" type="presOf" srcId="{19AF7FC8-24CD-4BEC-B28A-451BB0CC9956}" destId="{82BF17B5-31DB-43EC-8C68-82A1AB5F3BCD}" srcOrd="0" destOrd="0" presId="urn:microsoft.com/office/officeart/2005/8/layout/vList2"/>
    <dgm:cxn modelId="{BC1E5AD2-8D09-4EFE-8A45-5F1A38BCD563}" srcId="{707E916D-328C-4138-A95E-012D9BC6E610}" destId="{E82C2B5F-6CE8-49AE-9492-493E13FC1018}" srcOrd="2" destOrd="0" parTransId="{77FC4A62-026A-47DC-9CCE-B467A6C5A4E5}" sibTransId="{3B0771B3-E65C-4C7A-8573-ACDD12B1993F}"/>
    <dgm:cxn modelId="{29B62CF4-B178-4820-B37D-94AD4345AAFA}" type="presOf" srcId="{DB193AD3-6125-4444-8762-15C1687E98AB}" destId="{13F93FE1-F736-4E69-BB3C-14C633EE1C91}" srcOrd="0" destOrd="0" presId="urn:microsoft.com/office/officeart/2005/8/layout/vList2"/>
    <dgm:cxn modelId="{6481B7ED-8AFA-4715-83FF-B17B5C15CF9D}" type="presParOf" srcId="{B01818F7-9979-46BB-BFA1-43DE0BCB1D56}" destId="{27902E5C-93D5-4031-9482-F73DA29FB9AD}" srcOrd="0" destOrd="0" presId="urn:microsoft.com/office/officeart/2005/8/layout/vList2"/>
    <dgm:cxn modelId="{10721786-D38F-45BF-9129-CF41B3C6FB9B}" type="presParOf" srcId="{B01818F7-9979-46BB-BFA1-43DE0BCB1D56}" destId="{14202C15-2933-42A2-A5A8-E68D5D15E2A9}" srcOrd="1" destOrd="0" presId="urn:microsoft.com/office/officeart/2005/8/layout/vList2"/>
    <dgm:cxn modelId="{3043D574-5201-4DF5-84C9-AF686736A8D4}" type="presParOf" srcId="{B01818F7-9979-46BB-BFA1-43DE0BCB1D56}" destId="{82BF17B5-31DB-43EC-8C68-82A1AB5F3BCD}" srcOrd="2" destOrd="0" presId="urn:microsoft.com/office/officeart/2005/8/layout/vList2"/>
    <dgm:cxn modelId="{EAF8BC8B-307F-48A5-B58B-E6231C5E60DC}" type="presParOf" srcId="{B01818F7-9979-46BB-BFA1-43DE0BCB1D56}" destId="{8974D0CD-0F82-4E07-8E58-5B4349E8A1A1}" srcOrd="3" destOrd="0" presId="urn:microsoft.com/office/officeart/2005/8/layout/vList2"/>
    <dgm:cxn modelId="{7BBFCB63-1D66-4DED-BFBC-A755B26BE01D}" type="presParOf" srcId="{B01818F7-9979-46BB-BFA1-43DE0BCB1D56}" destId="{CF161F61-7F4A-48E0-B3BC-3BF77CB5AF7A}" srcOrd="4" destOrd="0" presId="urn:microsoft.com/office/officeart/2005/8/layout/vList2"/>
    <dgm:cxn modelId="{35BFD8A2-9CE0-4366-B812-F09885CA8133}" type="presParOf" srcId="{B01818F7-9979-46BB-BFA1-43DE0BCB1D56}" destId="{09925F68-F6AF-4D85-86A8-C511CD89EDA6}" srcOrd="5" destOrd="0" presId="urn:microsoft.com/office/officeart/2005/8/layout/vList2"/>
    <dgm:cxn modelId="{FB8F90C3-B0A4-46BA-A694-A3435B2BD552}" type="presParOf" srcId="{B01818F7-9979-46BB-BFA1-43DE0BCB1D56}" destId="{13F93FE1-F736-4E69-BB3C-14C633EE1C91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56E3354F-7648-40ED-B29A-35448A28B46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3B62495A-1994-4332-B190-7B6BD9E9887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 Real-time classification </a:t>
          </a:r>
        </a:p>
      </dgm:t>
    </dgm:pt>
    <dgm:pt modelId="{F4BEAA5C-EADA-4612-8F8E-400603A9A4FA}" type="parTrans" cxnId="{0AFA95D0-4B86-4758-85F3-05F4B32C8427}">
      <dgm:prSet/>
      <dgm:spPr/>
      <dgm:t>
        <a:bodyPr/>
        <a:lstStyle/>
        <a:p>
          <a:endParaRPr lang="en-US"/>
        </a:p>
      </dgm:t>
    </dgm:pt>
    <dgm:pt modelId="{B06C0AB9-EB5A-4EE8-AFC3-EA394587FC5B}" type="sibTrans" cxnId="{0AFA95D0-4B86-4758-85F3-05F4B32C842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88C281F-4A97-496F-8F4B-2932FE88F6C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No internet required (on-device inference) </a:t>
          </a:r>
        </a:p>
      </dgm:t>
    </dgm:pt>
    <dgm:pt modelId="{8C820BD0-DF49-4A6A-A9CF-A56F3CEF4A9B}" type="parTrans" cxnId="{A6460A33-346F-426F-8B01-3828720D9C31}">
      <dgm:prSet/>
      <dgm:spPr/>
      <dgm:t>
        <a:bodyPr/>
        <a:lstStyle/>
        <a:p>
          <a:endParaRPr lang="en-US"/>
        </a:p>
      </dgm:t>
    </dgm:pt>
    <dgm:pt modelId="{4C565CCE-64D5-4625-B10C-822ACFC4C59D}" type="sibTrans" cxnId="{A6460A33-346F-426F-8B01-3828720D9C3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1FE350A-D870-4F03-86B2-BE1C56378B5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 Lightweight and efficient </a:t>
          </a:r>
        </a:p>
      </dgm:t>
    </dgm:pt>
    <dgm:pt modelId="{E3840072-A3E3-4D44-B5F7-5B109C9B4449}" type="parTrans" cxnId="{F8487A28-5FFF-4BB7-853E-97F97174EA14}">
      <dgm:prSet/>
      <dgm:spPr/>
      <dgm:t>
        <a:bodyPr/>
        <a:lstStyle/>
        <a:p>
          <a:endParaRPr lang="en-US"/>
        </a:p>
      </dgm:t>
    </dgm:pt>
    <dgm:pt modelId="{C1FA1CCD-038F-4515-A8DF-D21009009F3B}" type="sibTrans" cxnId="{F8487A28-5FFF-4BB7-853E-97F97174EA1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7667DEF-E017-49B3-BDB2-9DAD78A7155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Suitable for field use (fire investigation) </a:t>
          </a:r>
        </a:p>
      </dgm:t>
    </dgm:pt>
    <dgm:pt modelId="{F501A901-3AA9-47CF-8FDE-06A20E3F5549}" type="parTrans" cxnId="{FC06375A-8A30-46E0-939C-6D1F03206AC8}">
      <dgm:prSet/>
      <dgm:spPr/>
      <dgm:t>
        <a:bodyPr/>
        <a:lstStyle/>
        <a:p>
          <a:endParaRPr lang="en-US"/>
        </a:p>
      </dgm:t>
    </dgm:pt>
    <dgm:pt modelId="{B85FDBD6-4AE0-4FE1-BEDB-8EED746415DD}" type="sibTrans" cxnId="{FC06375A-8A30-46E0-939C-6D1F03206AC8}">
      <dgm:prSet/>
      <dgm:spPr/>
      <dgm:t>
        <a:bodyPr/>
        <a:lstStyle/>
        <a:p>
          <a:endParaRPr lang="en-US"/>
        </a:p>
      </dgm:t>
    </dgm:pt>
    <dgm:pt modelId="{D7EA1720-5324-410F-87E9-1005F1118DB4}" type="pres">
      <dgm:prSet presAssocID="{56E3354F-7648-40ED-B29A-35448A28B46C}" presName="root" presStyleCnt="0">
        <dgm:presLayoutVars>
          <dgm:dir/>
          <dgm:resizeHandles val="exact"/>
        </dgm:presLayoutVars>
      </dgm:prSet>
      <dgm:spPr/>
    </dgm:pt>
    <dgm:pt modelId="{84A3B660-45FC-485A-81C4-4342DB9314A0}" type="pres">
      <dgm:prSet presAssocID="{56E3354F-7648-40ED-B29A-35448A28B46C}" presName="container" presStyleCnt="0">
        <dgm:presLayoutVars>
          <dgm:dir/>
          <dgm:resizeHandles val="exact"/>
        </dgm:presLayoutVars>
      </dgm:prSet>
      <dgm:spPr/>
    </dgm:pt>
    <dgm:pt modelId="{DBB20AE3-805B-4ABA-A632-556DEDC0AF12}" type="pres">
      <dgm:prSet presAssocID="{3B62495A-1994-4332-B190-7B6BD9E98875}" presName="compNode" presStyleCnt="0"/>
      <dgm:spPr/>
    </dgm:pt>
    <dgm:pt modelId="{CE3DF6E9-2A11-41DA-94F8-98AE6886130E}" type="pres">
      <dgm:prSet presAssocID="{3B62495A-1994-4332-B190-7B6BD9E98875}" presName="iconBgRect" presStyleLbl="bgShp" presStyleIdx="0" presStyleCnt="4"/>
      <dgm:spPr/>
    </dgm:pt>
    <dgm:pt modelId="{D28B27D3-7B07-4599-A83F-28CCD510B251}" type="pres">
      <dgm:prSet presAssocID="{3B62495A-1994-4332-B190-7B6BD9E98875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FD383C7-8511-491C-A9FD-A9CA51CAB548}" type="pres">
      <dgm:prSet presAssocID="{3B62495A-1994-4332-B190-7B6BD9E98875}" presName="spaceRect" presStyleCnt="0"/>
      <dgm:spPr/>
    </dgm:pt>
    <dgm:pt modelId="{25CCEB90-7E90-40FF-B829-AA9A25979804}" type="pres">
      <dgm:prSet presAssocID="{3B62495A-1994-4332-B190-7B6BD9E98875}" presName="textRect" presStyleLbl="revTx" presStyleIdx="0" presStyleCnt="4">
        <dgm:presLayoutVars>
          <dgm:chMax val="1"/>
          <dgm:chPref val="1"/>
        </dgm:presLayoutVars>
      </dgm:prSet>
      <dgm:spPr/>
    </dgm:pt>
    <dgm:pt modelId="{34E15579-15F8-4D38-9681-D55B6A077CC9}" type="pres">
      <dgm:prSet presAssocID="{B06C0AB9-EB5A-4EE8-AFC3-EA394587FC5B}" presName="sibTrans" presStyleLbl="sibTrans2D1" presStyleIdx="0" presStyleCnt="0"/>
      <dgm:spPr/>
    </dgm:pt>
    <dgm:pt modelId="{E815E26A-2836-4F1F-9865-BAF5B41FD590}" type="pres">
      <dgm:prSet presAssocID="{A88C281F-4A97-496F-8F4B-2932FE88F6CE}" presName="compNode" presStyleCnt="0"/>
      <dgm:spPr/>
    </dgm:pt>
    <dgm:pt modelId="{58F2A8FF-E58D-46A9-B9BC-A320FB116AFB}" type="pres">
      <dgm:prSet presAssocID="{A88C281F-4A97-496F-8F4B-2932FE88F6CE}" presName="iconBgRect" presStyleLbl="bgShp" presStyleIdx="1" presStyleCnt="4"/>
      <dgm:spPr/>
    </dgm:pt>
    <dgm:pt modelId="{079E2832-D0CC-4F55-BAC0-3EA23D6F4512}" type="pres">
      <dgm:prSet presAssocID="{A88C281F-4A97-496F-8F4B-2932FE88F6CE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ECF8B21D-6218-4BE7-A4E2-061E1C3D1C67}" type="pres">
      <dgm:prSet presAssocID="{A88C281F-4A97-496F-8F4B-2932FE88F6CE}" presName="spaceRect" presStyleCnt="0"/>
      <dgm:spPr/>
    </dgm:pt>
    <dgm:pt modelId="{6B93D4AA-A4FC-49CA-BACE-7BE73FBC87F6}" type="pres">
      <dgm:prSet presAssocID="{A88C281F-4A97-496F-8F4B-2932FE88F6CE}" presName="textRect" presStyleLbl="revTx" presStyleIdx="1" presStyleCnt="4">
        <dgm:presLayoutVars>
          <dgm:chMax val="1"/>
          <dgm:chPref val="1"/>
        </dgm:presLayoutVars>
      </dgm:prSet>
      <dgm:spPr/>
    </dgm:pt>
    <dgm:pt modelId="{A8CF4E1C-907D-4AC3-8769-D4F00092B277}" type="pres">
      <dgm:prSet presAssocID="{4C565CCE-64D5-4625-B10C-822ACFC4C59D}" presName="sibTrans" presStyleLbl="sibTrans2D1" presStyleIdx="0" presStyleCnt="0"/>
      <dgm:spPr/>
    </dgm:pt>
    <dgm:pt modelId="{17F6A174-BE3F-4611-BCF0-5C2DBAFC1F14}" type="pres">
      <dgm:prSet presAssocID="{91FE350A-D870-4F03-86B2-BE1C56378B5E}" presName="compNode" presStyleCnt="0"/>
      <dgm:spPr/>
    </dgm:pt>
    <dgm:pt modelId="{CB720FB5-A003-498B-B9DD-71F5550FC0E0}" type="pres">
      <dgm:prSet presAssocID="{91FE350A-D870-4F03-86B2-BE1C56378B5E}" presName="iconBgRect" presStyleLbl="bgShp" presStyleIdx="2" presStyleCnt="4"/>
      <dgm:spPr/>
    </dgm:pt>
    <dgm:pt modelId="{96A1DDB7-D78F-45A5-9BA5-727B9708515B}" type="pres">
      <dgm:prSet presAssocID="{91FE350A-D870-4F03-86B2-BE1C56378B5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keOff"/>
        </a:ext>
      </dgm:extLst>
    </dgm:pt>
    <dgm:pt modelId="{91F8D772-5C86-4830-AB70-21E85B287EEC}" type="pres">
      <dgm:prSet presAssocID="{91FE350A-D870-4F03-86B2-BE1C56378B5E}" presName="spaceRect" presStyleCnt="0"/>
      <dgm:spPr/>
    </dgm:pt>
    <dgm:pt modelId="{FDBEEBCB-AF8A-464A-8E8E-10F61A62B0FB}" type="pres">
      <dgm:prSet presAssocID="{91FE350A-D870-4F03-86B2-BE1C56378B5E}" presName="textRect" presStyleLbl="revTx" presStyleIdx="2" presStyleCnt="4">
        <dgm:presLayoutVars>
          <dgm:chMax val="1"/>
          <dgm:chPref val="1"/>
        </dgm:presLayoutVars>
      </dgm:prSet>
      <dgm:spPr/>
    </dgm:pt>
    <dgm:pt modelId="{00CA1A76-0FF3-4C3D-BEEB-B4A70F766E47}" type="pres">
      <dgm:prSet presAssocID="{C1FA1CCD-038F-4515-A8DF-D21009009F3B}" presName="sibTrans" presStyleLbl="sibTrans2D1" presStyleIdx="0" presStyleCnt="0"/>
      <dgm:spPr/>
    </dgm:pt>
    <dgm:pt modelId="{6ED3EA62-4B9B-41CE-8823-32220F5A0555}" type="pres">
      <dgm:prSet presAssocID="{77667DEF-E017-49B3-BDB2-9DAD78A7155F}" presName="compNode" presStyleCnt="0"/>
      <dgm:spPr/>
    </dgm:pt>
    <dgm:pt modelId="{4B9CCA07-8CC6-456A-B7F5-D115B3C148C3}" type="pres">
      <dgm:prSet presAssocID="{77667DEF-E017-49B3-BDB2-9DAD78A7155F}" presName="iconBgRect" presStyleLbl="bgShp" presStyleIdx="3" presStyleCnt="4"/>
      <dgm:spPr/>
    </dgm:pt>
    <dgm:pt modelId="{22C99708-CD37-479A-8C3A-77FF0A243847}" type="pres">
      <dgm:prSet presAssocID="{77667DEF-E017-49B3-BDB2-9DAD78A7155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nfire"/>
        </a:ext>
      </dgm:extLst>
    </dgm:pt>
    <dgm:pt modelId="{C34E39B1-FA05-4A62-94BA-D8A0F6D3F10B}" type="pres">
      <dgm:prSet presAssocID="{77667DEF-E017-49B3-BDB2-9DAD78A7155F}" presName="spaceRect" presStyleCnt="0"/>
      <dgm:spPr/>
    </dgm:pt>
    <dgm:pt modelId="{AE3147FE-1A4E-434B-A4BB-F9030CF76A52}" type="pres">
      <dgm:prSet presAssocID="{77667DEF-E017-49B3-BDB2-9DAD78A7155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E3CDB0E-7277-48DE-8863-3B1C60C422FE}" type="presOf" srcId="{4C565CCE-64D5-4625-B10C-822ACFC4C59D}" destId="{A8CF4E1C-907D-4AC3-8769-D4F00092B277}" srcOrd="0" destOrd="0" presId="urn:microsoft.com/office/officeart/2018/2/layout/IconCircleList"/>
    <dgm:cxn modelId="{F8487A28-5FFF-4BB7-853E-97F97174EA14}" srcId="{56E3354F-7648-40ED-B29A-35448A28B46C}" destId="{91FE350A-D870-4F03-86B2-BE1C56378B5E}" srcOrd="2" destOrd="0" parTransId="{E3840072-A3E3-4D44-B5F7-5B109C9B4449}" sibTransId="{C1FA1CCD-038F-4515-A8DF-D21009009F3B}"/>
    <dgm:cxn modelId="{A6460A33-346F-426F-8B01-3828720D9C31}" srcId="{56E3354F-7648-40ED-B29A-35448A28B46C}" destId="{A88C281F-4A97-496F-8F4B-2932FE88F6CE}" srcOrd="1" destOrd="0" parTransId="{8C820BD0-DF49-4A6A-A9CF-A56F3CEF4A9B}" sibTransId="{4C565CCE-64D5-4625-B10C-822ACFC4C59D}"/>
    <dgm:cxn modelId="{C695205E-AF1E-41A6-A1FC-D94544629C3A}" type="presOf" srcId="{3B62495A-1994-4332-B190-7B6BD9E98875}" destId="{25CCEB90-7E90-40FF-B829-AA9A25979804}" srcOrd="0" destOrd="0" presId="urn:microsoft.com/office/officeart/2018/2/layout/IconCircleList"/>
    <dgm:cxn modelId="{FC06375A-8A30-46E0-939C-6D1F03206AC8}" srcId="{56E3354F-7648-40ED-B29A-35448A28B46C}" destId="{77667DEF-E017-49B3-BDB2-9DAD78A7155F}" srcOrd="3" destOrd="0" parTransId="{F501A901-3AA9-47CF-8FDE-06A20E3F5549}" sibTransId="{B85FDBD6-4AE0-4FE1-BEDB-8EED746415DD}"/>
    <dgm:cxn modelId="{205ED692-594F-4929-9FE4-5264787AAF4A}" type="presOf" srcId="{56E3354F-7648-40ED-B29A-35448A28B46C}" destId="{D7EA1720-5324-410F-87E9-1005F1118DB4}" srcOrd="0" destOrd="0" presId="urn:microsoft.com/office/officeart/2018/2/layout/IconCircleList"/>
    <dgm:cxn modelId="{DB724698-E971-40C6-9032-427B71979F2C}" type="presOf" srcId="{77667DEF-E017-49B3-BDB2-9DAD78A7155F}" destId="{AE3147FE-1A4E-434B-A4BB-F9030CF76A52}" srcOrd="0" destOrd="0" presId="urn:microsoft.com/office/officeart/2018/2/layout/IconCircleList"/>
    <dgm:cxn modelId="{C7C7FE9A-6B4E-4B14-A13D-B41CE54F559A}" type="presOf" srcId="{C1FA1CCD-038F-4515-A8DF-D21009009F3B}" destId="{00CA1A76-0FF3-4C3D-BEEB-B4A70F766E47}" srcOrd="0" destOrd="0" presId="urn:microsoft.com/office/officeart/2018/2/layout/IconCircleList"/>
    <dgm:cxn modelId="{066770A2-3F55-440C-B2A8-05EB82132EA4}" type="presOf" srcId="{A88C281F-4A97-496F-8F4B-2932FE88F6CE}" destId="{6B93D4AA-A4FC-49CA-BACE-7BE73FBC87F6}" srcOrd="0" destOrd="0" presId="urn:microsoft.com/office/officeart/2018/2/layout/IconCircleList"/>
    <dgm:cxn modelId="{E19290B7-F3F5-48DA-AEA9-7A2BB590596C}" type="presOf" srcId="{B06C0AB9-EB5A-4EE8-AFC3-EA394587FC5B}" destId="{34E15579-15F8-4D38-9681-D55B6A077CC9}" srcOrd="0" destOrd="0" presId="urn:microsoft.com/office/officeart/2018/2/layout/IconCircleList"/>
    <dgm:cxn modelId="{0AFA95D0-4B86-4758-85F3-05F4B32C8427}" srcId="{56E3354F-7648-40ED-B29A-35448A28B46C}" destId="{3B62495A-1994-4332-B190-7B6BD9E98875}" srcOrd="0" destOrd="0" parTransId="{F4BEAA5C-EADA-4612-8F8E-400603A9A4FA}" sibTransId="{B06C0AB9-EB5A-4EE8-AFC3-EA394587FC5B}"/>
    <dgm:cxn modelId="{7F9217EB-3997-4FE9-ADF5-5648D1D270A8}" type="presOf" srcId="{91FE350A-D870-4F03-86B2-BE1C56378B5E}" destId="{FDBEEBCB-AF8A-464A-8E8E-10F61A62B0FB}" srcOrd="0" destOrd="0" presId="urn:microsoft.com/office/officeart/2018/2/layout/IconCircleList"/>
    <dgm:cxn modelId="{6A452C87-FE4A-4114-A8FA-B2667BD93B95}" type="presParOf" srcId="{D7EA1720-5324-410F-87E9-1005F1118DB4}" destId="{84A3B660-45FC-485A-81C4-4342DB9314A0}" srcOrd="0" destOrd="0" presId="urn:microsoft.com/office/officeart/2018/2/layout/IconCircleList"/>
    <dgm:cxn modelId="{3DDC3B64-74D4-4DCB-8DCF-DEF260345C67}" type="presParOf" srcId="{84A3B660-45FC-485A-81C4-4342DB9314A0}" destId="{DBB20AE3-805B-4ABA-A632-556DEDC0AF12}" srcOrd="0" destOrd="0" presId="urn:microsoft.com/office/officeart/2018/2/layout/IconCircleList"/>
    <dgm:cxn modelId="{71A808B9-E03D-41C7-A07A-E9A05E91AA6A}" type="presParOf" srcId="{DBB20AE3-805B-4ABA-A632-556DEDC0AF12}" destId="{CE3DF6E9-2A11-41DA-94F8-98AE6886130E}" srcOrd="0" destOrd="0" presId="urn:microsoft.com/office/officeart/2018/2/layout/IconCircleList"/>
    <dgm:cxn modelId="{F74A8BAB-49C7-4A05-9BE1-9213295C1D99}" type="presParOf" srcId="{DBB20AE3-805B-4ABA-A632-556DEDC0AF12}" destId="{D28B27D3-7B07-4599-A83F-28CCD510B251}" srcOrd="1" destOrd="0" presId="urn:microsoft.com/office/officeart/2018/2/layout/IconCircleList"/>
    <dgm:cxn modelId="{F0BECDB2-2624-4A03-980C-868BA3757B01}" type="presParOf" srcId="{DBB20AE3-805B-4ABA-A632-556DEDC0AF12}" destId="{2FD383C7-8511-491C-A9FD-A9CA51CAB548}" srcOrd="2" destOrd="0" presId="urn:microsoft.com/office/officeart/2018/2/layout/IconCircleList"/>
    <dgm:cxn modelId="{F220D756-A7C7-4B3D-AB17-BB04959B0563}" type="presParOf" srcId="{DBB20AE3-805B-4ABA-A632-556DEDC0AF12}" destId="{25CCEB90-7E90-40FF-B829-AA9A25979804}" srcOrd="3" destOrd="0" presId="urn:microsoft.com/office/officeart/2018/2/layout/IconCircleList"/>
    <dgm:cxn modelId="{616BE9A2-FE99-4136-ACD6-0F70F4510D16}" type="presParOf" srcId="{84A3B660-45FC-485A-81C4-4342DB9314A0}" destId="{34E15579-15F8-4D38-9681-D55B6A077CC9}" srcOrd="1" destOrd="0" presId="urn:microsoft.com/office/officeart/2018/2/layout/IconCircleList"/>
    <dgm:cxn modelId="{CE86CC9C-CB57-451B-81EA-668FFE9717C3}" type="presParOf" srcId="{84A3B660-45FC-485A-81C4-4342DB9314A0}" destId="{E815E26A-2836-4F1F-9865-BAF5B41FD590}" srcOrd="2" destOrd="0" presId="urn:microsoft.com/office/officeart/2018/2/layout/IconCircleList"/>
    <dgm:cxn modelId="{53D4A37E-6D0F-48FE-B930-720AB5D6FF70}" type="presParOf" srcId="{E815E26A-2836-4F1F-9865-BAF5B41FD590}" destId="{58F2A8FF-E58D-46A9-B9BC-A320FB116AFB}" srcOrd="0" destOrd="0" presId="urn:microsoft.com/office/officeart/2018/2/layout/IconCircleList"/>
    <dgm:cxn modelId="{EA5A9A9A-AEC6-4211-A08F-B1AF6672C054}" type="presParOf" srcId="{E815E26A-2836-4F1F-9865-BAF5B41FD590}" destId="{079E2832-D0CC-4F55-BAC0-3EA23D6F4512}" srcOrd="1" destOrd="0" presId="urn:microsoft.com/office/officeart/2018/2/layout/IconCircleList"/>
    <dgm:cxn modelId="{C6F26177-5645-4F3D-BAE4-29E9F9FAE75C}" type="presParOf" srcId="{E815E26A-2836-4F1F-9865-BAF5B41FD590}" destId="{ECF8B21D-6218-4BE7-A4E2-061E1C3D1C67}" srcOrd="2" destOrd="0" presId="urn:microsoft.com/office/officeart/2018/2/layout/IconCircleList"/>
    <dgm:cxn modelId="{CDA11305-E7C1-4499-882F-9571820C7450}" type="presParOf" srcId="{E815E26A-2836-4F1F-9865-BAF5B41FD590}" destId="{6B93D4AA-A4FC-49CA-BACE-7BE73FBC87F6}" srcOrd="3" destOrd="0" presId="urn:microsoft.com/office/officeart/2018/2/layout/IconCircleList"/>
    <dgm:cxn modelId="{77B4D31E-81FF-4756-BABF-4158E233D75D}" type="presParOf" srcId="{84A3B660-45FC-485A-81C4-4342DB9314A0}" destId="{A8CF4E1C-907D-4AC3-8769-D4F00092B277}" srcOrd="3" destOrd="0" presId="urn:microsoft.com/office/officeart/2018/2/layout/IconCircleList"/>
    <dgm:cxn modelId="{5B3D494D-F9C1-4CB0-BC41-928243C46415}" type="presParOf" srcId="{84A3B660-45FC-485A-81C4-4342DB9314A0}" destId="{17F6A174-BE3F-4611-BCF0-5C2DBAFC1F14}" srcOrd="4" destOrd="0" presId="urn:microsoft.com/office/officeart/2018/2/layout/IconCircleList"/>
    <dgm:cxn modelId="{CE8FBF35-0804-4C29-A1BF-74C4AC47E8FE}" type="presParOf" srcId="{17F6A174-BE3F-4611-BCF0-5C2DBAFC1F14}" destId="{CB720FB5-A003-498B-B9DD-71F5550FC0E0}" srcOrd="0" destOrd="0" presId="urn:microsoft.com/office/officeart/2018/2/layout/IconCircleList"/>
    <dgm:cxn modelId="{0BE86968-6E4E-4088-B513-C092DE19344E}" type="presParOf" srcId="{17F6A174-BE3F-4611-BCF0-5C2DBAFC1F14}" destId="{96A1DDB7-D78F-45A5-9BA5-727B9708515B}" srcOrd="1" destOrd="0" presId="urn:microsoft.com/office/officeart/2018/2/layout/IconCircleList"/>
    <dgm:cxn modelId="{8D2E0EAE-4C20-471B-945D-68BE23E04B95}" type="presParOf" srcId="{17F6A174-BE3F-4611-BCF0-5C2DBAFC1F14}" destId="{91F8D772-5C86-4830-AB70-21E85B287EEC}" srcOrd="2" destOrd="0" presId="urn:microsoft.com/office/officeart/2018/2/layout/IconCircleList"/>
    <dgm:cxn modelId="{B7877402-1267-4621-8A4A-CEEDD40AAC6E}" type="presParOf" srcId="{17F6A174-BE3F-4611-BCF0-5C2DBAFC1F14}" destId="{FDBEEBCB-AF8A-464A-8E8E-10F61A62B0FB}" srcOrd="3" destOrd="0" presId="urn:microsoft.com/office/officeart/2018/2/layout/IconCircleList"/>
    <dgm:cxn modelId="{BECDF61A-1E5C-4F09-A34E-622800A228AB}" type="presParOf" srcId="{84A3B660-45FC-485A-81C4-4342DB9314A0}" destId="{00CA1A76-0FF3-4C3D-BEEB-B4A70F766E47}" srcOrd="5" destOrd="0" presId="urn:microsoft.com/office/officeart/2018/2/layout/IconCircleList"/>
    <dgm:cxn modelId="{11656BF9-42D6-4BCC-9C3A-FED405E1B378}" type="presParOf" srcId="{84A3B660-45FC-485A-81C4-4342DB9314A0}" destId="{6ED3EA62-4B9B-41CE-8823-32220F5A0555}" srcOrd="6" destOrd="0" presId="urn:microsoft.com/office/officeart/2018/2/layout/IconCircleList"/>
    <dgm:cxn modelId="{E2A59B73-77D1-4F84-9D04-C2E4E26BD597}" type="presParOf" srcId="{6ED3EA62-4B9B-41CE-8823-32220F5A0555}" destId="{4B9CCA07-8CC6-456A-B7F5-D115B3C148C3}" srcOrd="0" destOrd="0" presId="urn:microsoft.com/office/officeart/2018/2/layout/IconCircleList"/>
    <dgm:cxn modelId="{6F9A0B1F-7C8A-42D1-A3C7-C2AE652A50DB}" type="presParOf" srcId="{6ED3EA62-4B9B-41CE-8823-32220F5A0555}" destId="{22C99708-CD37-479A-8C3A-77FF0A243847}" srcOrd="1" destOrd="0" presId="urn:microsoft.com/office/officeart/2018/2/layout/IconCircleList"/>
    <dgm:cxn modelId="{28F919C5-0419-4ABF-A20A-7DA021D6EEAA}" type="presParOf" srcId="{6ED3EA62-4B9B-41CE-8823-32220F5A0555}" destId="{C34E39B1-FA05-4A62-94BA-D8A0F6D3F10B}" srcOrd="2" destOrd="0" presId="urn:microsoft.com/office/officeart/2018/2/layout/IconCircleList"/>
    <dgm:cxn modelId="{01E0D635-677A-44CC-85FD-367584563E69}" type="presParOf" srcId="{6ED3EA62-4B9B-41CE-8823-32220F5A0555}" destId="{AE3147FE-1A4E-434B-A4BB-F9030CF76A52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EBEC4F0-D3A0-47E4-84BC-9A7E53BA3AD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90AE052-2200-49A2-9A3A-6644DE072874}">
      <dgm:prSet/>
      <dgm:spPr/>
      <dgm:t>
        <a:bodyPr/>
        <a:lstStyle/>
        <a:p>
          <a:r>
            <a:rPr lang="en-US" b="0" i="0" baseline="0"/>
            <a:t>Model trained in Python (Anaconda, TensorFlow/Keras) </a:t>
          </a:r>
          <a:endParaRPr lang="en-US"/>
        </a:p>
      </dgm:t>
    </dgm:pt>
    <dgm:pt modelId="{B717E88D-9715-415A-A0B4-7E31F62E0C18}" type="parTrans" cxnId="{D9CF7ED1-A659-4254-B263-C5DB2CF86D57}">
      <dgm:prSet/>
      <dgm:spPr/>
      <dgm:t>
        <a:bodyPr/>
        <a:lstStyle/>
        <a:p>
          <a:endParaRPr lang="en-US"/>
        </a:p>
      </dgm:t>
    </dgm:pt>
    <dgm:pt modelId="{1C8604B4-3ECA-4B01-B006-420DF4418C83}" type="sibTrans" cxnId="{D9CF7ED1-A659-4254-B263-C5DB2CF86D57}">
      <dgm:prSet/>
      <dgm:spPr/>
      <dgm:t>
        <a:bodyPr/>
        <a:lstStyle/>
        <a:p>
          <a:endParaRPr lang="en-US"/>
        </a:p>
      </dgm:t>
    </dgm:pt>
    <dgm:pt modelId="{1F3D3FE0-54BC-459C-AA90-9B2FFB202405}">
      <dgm:prSet/>
      <dgm:spPr/>
      <dgm:t>
        <a:bodyPr/>
        <a:lstStyle/>
        <a:p>
          <a:r>
            <a:rPr lang="en-US" b="0" i="0" baseline="0"/>
            <a:t>Converted to TensorFlow Lite format </a:t>
          </a:r>
          <a:endParaRPr lang="en-US"/>
        </a:p>
      </dgm:t>
    </dgm:pt>
    <dgm:pt modelId="{CDE3037F-F077-4388-A7A7-89C689C01548}" type="parTrans" cxnId="{8A7BD775-30EC-4E82-96E0-E8ABB3E79406}">
      <dgm:prSet/>
      <dgm:spPr/>
      <dgm:t>
        <a:bodyPr/>
        <a:lstStyle/>
        <a:p>
          <a:endParaRPr lang="en-US"/>
        </a:p>
      </dgm:t>
    </dgm:pt>
    <dgm:pt modelId="{358ED37D-2BAC-4CB5-94BC-3752F18B646A}" type="sibTrans" cxnId="{8A7BD775-30EC-4E82-96E0-E8ABB3E79406}">
      <dgm:prSet/>
      <dgm:spPr/>
      <dgm:t>
        <a:bodyPr/>
        <a:lstStyle/>
        <a:p>
          <a:endParaRPr lang="en-US"/>
        </a:p>
      </dgm:t>
    </dgm:pt>
    <dgm:pt modelId="{0A96DEF2-01D4-4D2A-97B4-A078CB82DCFE}">
      <dgm:prSet/>
      <dgm:spPr/>
      <dgm:t>
        <a:bodyPr/>
        <a:lstStyle/>
        <a:p>
          <a:r>
            <a:rPr lang="en-US" b="0" i="0" baseline="0" dirty="0"/>
            <a:t>Integrated into Android Studio (Java) </a:t>
          </a:r>
          <a:endParaRPr lang="en-US" dirty="0"/>
        </a:p>
      </dgm:t>
    </dgm:pt>
    <dgm:pt modelId="{4696275B-FF02-4EDD-90D6-C9A8A8C2B382}" type="parTrans" cxnId="{30373A54-0832-4C6F-8C52-1DC1D5A74125}">
      <dgm:prSet/>
      <dgm:spPr/>
      <dgm:t>
        <a:bodyPr/>
        <a:lstStyle/>
        <a:p>
          <a:endParaRPr lang="en-US"/>
        </a:p>
      </dgm:t>
    </dgm:pt>
    <dgm:pt modelId="{2BC49E56-9A75-4A37-940A-6512E560D99E}" type="sibTrans" cxnId="{30373A54-0832-4C6F-8C52-1DC1D5A74125}">
      <dgm:prSet/>
      <dgm:spPr/>
      <dgm:t>
        <a:bodyPr/>
        <a:lstStyle/>
        <a:p>
          <a:endParaRPr lang="en-US"/>
        </a:p>
      </dgm:t>
    </dgm:pt>
    <dgm:pt modelId="{D725C45C-B80A-411F-A6E1-85C05A828DBE}">
      <dgm:prSet/>
      <dgm:spPr/>
      <dgm:t>
        <a:bodyPr/>
        <a:lstStyle/>
        <a:p>
          <a:r>
            <a:rPr lang="en-US" b="0" i="0" baseline="0"/>
            <a:t>Supports camera &amp; gallery input </a:t>
          </a:r>
          <a:endParaRPr lang="en-US"/>
        </a:p>
      </dgm:t>
    </dgm:pt>
    <dgm:pt modelId="{B51CD677-C220-4FAE-9CD2-E8353560F154}" type="parTrans" cxnId="{04D90F4F-E9D3-437C-AA2B-DBC87FCBFB51}">
      <dgm:prSet/>
      <dgm:spPr/>
      <dgm:t>
        <a:bodyPr/>
        <a:lstStyle/>
        <a:p>
          <a:endParaRPr lang="en-US"/>
        </a:p>
      </dgm:t>
    </dgm:pt>
    <dgm:pt modelId="{AAF81947-6D71-48C0-AFA1-EA9B0B0C93A1}" type="sibTrans" cxnId="{04D90F4F-E9D3-437C-AA2B-DBC87FCBFB51}">
      <dgm:prSet/>
      <dgm:spPr/>
      <dgm:t>
        <a:bodyPr/>
        <a:lstStyle/>
        <a:p>
          <a:endParaRPr lang="en-US"/>
        </a:p>
      </dgm:t>
    </dgm:pt>
    <dgm:pt modelId="{436E96F2-FC1B-4F7E-AE19-0C341FB1472A}">
      <dgm:prSet/>
      <dgm:spPr/>
      <dgm:t>
        <a:bodyPr/>
        <a:lstStyle/>
        <a:p>
          <a:r>
            <a:rPr lang="en-US" b="0" i="0" baseline="0" dirty="0"/>
            <a:t>Performs real-time on-device classification </a:t>
          </a:r>
          <a:endParaRPr lang="en-US" dirty="0"/>
        </a:p>
      </dgm:t>
    </dgm:pt>
    <dgm:pt modelId="{FC30C029-E3C3-40D6-B815-7F183FAA26AA}" type="parTrans" cxnId="{EDBEEEFE-D382-42FF-8ABA-8D88134B4713}">
      <dgm:prSet/>
      <dgm:spPr/>
      <dgm:t>
        <a:bodyPr/>
        <a:lstStyle/>
        <a:p>
          <a:endParaRPr lang="en-US"/>
        </a:p>
      </dgm:t>
    </dgm:pt>
    <dgm:pt modelId="{9FB68C37-E1B1-436F-8493-14155F5DE4CF}" type="sibTrans" cxnId="{EDBEEEFE-D382-42FF-8ABA-8D88134B4713}">
      <dgm:prSet/>
      <dgm:spPr/>
      <dgm:t>
        <a:bodyPr/>
        <a:lstStyle/>
        <a:p>
          <a:endParaRPr lang="en-US"/>
        </a:p>
      </dgm:t>
    </dgm:pt>
    <dgm:pt modelId="{377AF380-2B87-4254-87A0-224C9DB76037}">
      <dgm:prSet/>
      <dgm:spPr/>
      <dgm:t>
        <a:bodyPr/>
        <a:lstStyle/>
        <a:p>
          <a:r>
            <a:rPr lang="en-US" b="0" i="0" baseline="0"/>
            <a:t>Displays predicted class and confidence </a:t>
          </a:r>
          <a:endParaRPr lang="en-US"/>
        </a:p>
      </dgm:t>
    </dgm:pt>
    <dgm:pt modelId="{DC0B5F38-04D4-4551-A018-D45EDABCBF87}" type="parTrans" cxnId="{872CCE1D-2B2B-4F8E-9610-A8CD35D51009}">
      <dgm:prSet/>
      <dgm:spPr/>
      <dgm:t>
        <a:bodyPr/>
        <a:lstStyle/>
        <a:p>
          <a:endParaRPr lang="en-US"/>
        </a:p>
      </dgm:t>
    </dgm:pt>
    <dgm:pt modelId="{4C451E3E-DB1D-464E-B0D1-1B9FADDB4ECD}" type="sibTrans" cxnId="{872CCE1D-2B2B-4F8E-9610-A8CD35D51009}">
      <dgm:prSet/>
      <dgm:spPr/>
      <dgm:t>
        <a:bodyPr/>
        <a:lstStyle/>
        <a:p>
          <a:endParaRPr lang="en-US"/>
        </a:p>
      </dgm:t>
    </dgm:pt>
    <dgm:pt modelId="{66433690-7C2F-430D-8490-D186EE0FC35A}" type="pres">
      <dgm:prSet presAssocID="{1EBEC4F0-D3A0-47E4-84BC-9A7E53BA3AD9}" presName="root" presStyleCnt="0">
        <dgm:presLayoutVars>
          <dgm:dir/>
          <dgm:resizeHandles val="exact"/>
        </dgm:presLayoutVars>
      </dgm:prSet>
      <dgm:spPr/>
    </dgm:pt>
    <dgm:pt modelId="{D63ABD5C-26D0-4D8D-A9B4-E0272A470504}" type="pres">
      <dgm:prSet presAssocID="{390AE052-2200-49A2-9A3A-6644DE072874}" presName="compNode" presStyleCnt="0"/>
      <dgm:spPr/>
    </dgm:pt>
    <dgm:pt modelId="{AC9BC35C-BCE0-4FA0-8632-EFFAEAB92F29}" type="pres">
      <dgm:prSet presAssocID="{390AE052-2200-49A2-9A3A-6644DE072874}" presName="bgRect" presStyleLbl="bgShp" presStyleIdx="0" presStyleCnt="6"/>
      <dgm:spPr/>
    </dgm:pt>
    <dgm:pt modelId="{C27CC628-6E12-4606-B1F4-0AD209CB3979}" type="pres">
      <dgm:prSet presAssocID="{390AE052-2200-49A2-9A3A-6644DE072874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014A60F7-C029-4160-A42D-77F68CB48922}" type="pres">
      <dgm:prSet presAssocID="{390AE052-2200-49A2-9A3A-6644DE072874}" presName="spaceRect" presStyleCnt="0"/>
      <dgm:spPr/>
    </dgm:pt>
    <dgm:pt modelId="{510D5B28-7341-432B-842D-F9F30E7FFC65}" type="pres">
      <dgm:prSet presAssocID="{390AE052-2200-49A2-9A3A-6644DE072874}" presName="parTx" presStyleLbl="revTx" presStyleIdx="0" presStyleCnt="6">
        <dgm:presLayoutVars>
          <dgm:chMax val="0"/>
          <dgm:chPref val="0"/>
        </dgm:presLayoutVars>
      </dgm:prSet>
      <dgm:spPr/>
    </dgm:pt>
    <dgm:pt modelId="{D6B5D5A0-C0A4-437A-B6CD-8C4548CC904F}" type="pres">
      <dgm:prSet presAssocID="{1C8604B4-3ECA-4B01-B006-420DF4418C83}" presName="sibTrans" presStyleCnt="0"/>
      <dgm:spPr/>
    </dgm:pt>
    <dgm:pt modelId="{A5CFEE98-C2AF-4DF4-A446-EE53E4AB3E74}" type="pres">
      <dgm:prSet presAssocID="{1F3D3FE0-54BC-459C-AA90-9B2FFB202405}" presName="compNode" presStyleCnt="0"/>
      <dgm:spPr/>
    </dgm:pt>
    <dgm:pt modelId="{84CF9E0F-7FA6-4FA7-BA83-039866029811}" type="pres">
      <dgm:prSet presAssocID="{1F3D3FE0-54BC-459C-AA90-9B2FFB202405}" presName="bgRect" presStyleLbl="bgShp" presStyleIdx="1" presStyleCnt="6"/>
      <dgm:spPr/>
    </dgm:pt>
    <dgm:pt modelId="{ED61D333-1D20-425F-ADD6-7E0DD33E4FAC}" type="pres">
      <dgm:prSet presAssocID="{1F3D3FE0-54BC-459C-AA90-9B2FFB202405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DD853942-DD25-4517-8C4A-47074C96AA92}" type="pres">
      <dgm:prSet presAssocID="{1F3D3FE0-54BC-459C-AA90-9B2FFB202405}" presName="spaceRect" presStyleCnt="0"/>
      <dgm:spPr/>
    </dgm:pt>
    <dgm:pt modelId="{9CCC67C0-BB3D-472A-9617-D5311544F990}" type="pres">
      <dgm:prSet presAssocID="{1F3D3FE0-54BC-459C-AA90-9B2FFB202405}" presName="parTx" presStyleLbl="revTx" presStyleIdx="1" presStyleCnt="6">
        <dgm:presLayoutVars>
          <dgm:chMax val="0"/>
          <dgm:chPref val="0"/>
        </dgm:presLayoutVars>
      </dgm:prSet>
      <dgm:spPr/>
    </dgm:pt>
    <dgm:pt modelId="{39298BEE-F94F-4572-97E2-04405656FC5B}" type="pres">
      <dgm:prSet presAssocID="{358ED37D-2BAC-4CB5-94BC-3752F18B646A}" presName="sibTrans" presStyleCnt="0"/>
      <dgm:spPr/>
    </dgm:pt>
    <dgm:pt modelId="{A1E9A891-1DA7-42B1-9635-740754990BD7}" type="pres">
      <dgm:prSet presAssocID="{0A96DEF2-01D4-4D2A-97B4-A078CB82DCFE}" presName="compNode" presStyleCnt="0"/>
      <dgm:spPr/>
    </dgm:pt>
    <dgm:pt modelId="{EF43772D-08AA-45A1-841A-C77010AB29E8}" type="pres">
      <dgm:prSet presAssocID="{0A96DEF2-01D4-4D2A-97B4-A078CB82DCFE}" presName="bgRect" presStyleLbl="bgShp" presStyleIdx="2" presStyleCnt="6"/>
      <dgm:spPr/>
    </dgm:pt>
    <dgm:pt modelId="{085148B0-DD13-4AD4-8240-C09BACEDFCE7}" type="pres">
      <dgm:prSet presAssocID="{0A96DEF2-01D4-4D2A-97B4-A078CB82DCFE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C61AB78E-DA7F-4EBA-A09A-30C2223471F9}" type="pres">
      <dgm:prSet presAssocID="{0A96DEF2-01D4-4D2A-97B4-A078CB82DCFE}" presName="spaceRect" presStyleCnt="0"/>
      <dgm:spPr/>
    </dgm:pt>
    <dgm:pt modelId="{C7ADFF7C-956F-42BC-A22B-CFC3DAE7EB89}" type="pres">
      <dgm:prSet presAssocID="{0A96DEF2-01D4-4D2A-97B4-A078CB82DCFE}" presName="parTx" presStyleLbl="revTx" presStyleIdx="2" presStyleCnt="6">
        <dgm:presLayoutVars>
          <dgm:chMax val="0"/>
          <dgm:chPref val="0"/>
        </dgm:presLayoutVars>
      </dgm:prSet>
      <dgm:spPr/>
    </dgm:pt>
    <dgm:pt modelId="{D8E2937C-3EC6-4B1B-A751-F9660BD6C841}" type="pres">
      <dgm:prSet presAssocID="{2BC49E56-9A75-4A37-940A-6512E560D99E}" presName="sibTrans" presStyleCnt="0"/>
      <dgm:spPr/>
    </dgm:pt>
    <dgm:pt modelId="{F38FE4EB-7390-44CA-85E6-9C80F4D1D57C}" type="pres">
      <dgm:prSet presAssocID="{D725C45C-B80A-411F-A6E1-85C05A828DBE}" presName="compNode" presStyleCnt="0"/>
      <dgm:spPr/>
    </dgm:pt>
    <dgm:pt modelId="{82A55735-5AD2-4629-AFA4-EB6D73B2A9BC}" type="pres">
      <dgm:prSet presAssocID="{D725C45C-B80A-411F-A6E1-85C05A828DBE}" presName="bgRect" presStyleLbl="bgShp" presStyleIdx="3" presStyleCnt="6"/>
      <dgm:spPr/>
    </dgm:pt>
    <dgm:pt modelId="{5B0EFEB7-B80B-499C-9E73-DB9ED0F45C48}" type="pres">
      <dgm:prSet presAssocID="{D725C45C-B80A-411F-A6E1-85C05A828DB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DC523B73-1347-43C1-998C-2B62030131EF}" type="pres">
      <dgm:prSet presAssocID="{D725C45C-B80A-411F-A6E1-85C05A828DBE}" presName="spaceRect" presStyleCnt="0"/>
      <dgm:spPr/>
    </dgm:pt>
    <dgm:pt modelId="{F397D210-6C08-48AE-86D9-CD6997955096}" type="pres">
      <dgm:prSet presAssocID="{D725C45C-B80A-411F-A6E1-85C05A828DBE}" presName="parTx" presStyleLbl="revTx" presStyleIdx="3" presStyleCnt="6">
        <dgm:presLayoutVars>
          <dgm:chMax val="0"/>
          <dgm:chPref val="0"/>
        </dgm:presLayoutVars>
      </dgm:prSet>
      <dgm:spPr/>
    </dgm:pt>
    <dgm:pt modelId="{1A3D26B0-3B3A-4BBB-B624-08184033124C}" type="pres">
      <dgm:prSet presAssocID="{AAF81947-6D71-48C0-AFA1-EA9B0B0C93A1}" presName="sibTrans" presStyleCnt="0"/>
      <dgm:spPr/>
    </dgm:pt>
    <dgm:pt modelId="{7FF55BD0-31AA-4395-BF23-070D59C6E707}" type="pres">
      <dgm:prSet presAssocID="{436E96F2-FC1B-4F7E-AE19-0C341FB1472A}" presName="compNode" presStyleCnt="0"/>
      <dgm:spPr/>
    </dgm:pt>
    <dgm:pt modelId="{DEED60DC-C29D-4B61-A767-593BB82C58AF}" type="pres">
      <dgm:prSet presAssocID="{436E96F2-FC1B-4F7E-AE19-0C341FB1472A}" presName="bgRect" presStyleLbl="bgShp" presStyleIdx="4" presStyleCnt="6"/>
      <dgm:spPr/>
    </dgm:pt>
    <dgm:pt modelId="{87401476-5E23-42DE-8E39-1841BCDF04B7}" type="pres">
      <dgm:prSet presAssocID="{436E96F2-FC1B-4F7E-AE19-0C341FB1472A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t"/>
        </a:ext>
      </dgm:extLst>
    </dgm:pt>
    <dgm:pt modelId="{5CCC6FA0-1708-44E2-86A7-7ADDC569BD53}" type="pres">
      <dgm:prSet presAssocID="{436E96F2-FC1B-4F7E-AE19-0C341FB1472A}" presName="spaceRect" presStyleCnt="0"/>
      <dgm:spPr/>
    </dgm:pt>
    <dgm:pt modelId="{989FDD37-E359-40ED-958B-B38BF14092E2}" type="pres">
      <dgm:prSet presAssocID="{436E96F2-FC1B-4F7E-AE19-0C341FB1472A}" presName="parTx" presStyleLbl="revTx" presStyleIdx="4" presStyleCnt="6">
        <dgm:presLayoutVars>
          <dgm:chMax val="0"/>
          <dgm:chPref val="0"/>
        </dgm:presLayoutVars>
      </dgm:prSet>
      <dgm:spPr/>
    </dgm:pt>
    <dgm:pt modelId="{71840C0B-6D01-4239-8424-2853486F7282}" type="pres">
      <dgm:prSet presAssocID="{9FB68C37-E1B1-436F-8493-14155F5DE4CF}" presName="sibTrans" presStyleCnt="0"/>
      <dgm:spPr/>
    </dgm:pt>
    <dgm:pt modelId="{92B6BA98-669E-4596-9627-74CA0D63948C}" type="pres">
      <dgm:prSet presAssocID="{377AF380-2B87-4254-87A0-224C9DB76037}" presName="compNode" presStyleCnt="0"/>
      <dgm:spPr/>
    </dgm:pt>
    <dgm:pt modelId="{4E52E635-B699-4265-9217-B4159839ADEC}" type="pres">
      <dgm:prSet presAssocID="{377AF380-2B87-4254-87A0-224C9DB76037}" presName="bgRect" presStyleLbl="bgShp" presStyleIdx="5" presStyleCnt="6"/>
      <dgm:spPr/>
    </dgm:pt>
    <dgm:pt modelId="{FDFE0924-C903-4383-94E0-C0AF96076C21}" type="pres">
      <dgm:prSet presAssocID="{377AF380-2B87-4254-87A0-224C9DB7603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49EE39AC-07E6-45B4-9B69-4F9D2A90FAF5}" type="pres">
      <dgm:prSet presAssocID="{377AF380-2B87-4254-87A0-224C9DB76037}" presName="spaceRect" presStyleCnt="0"/>
      <dgm:spPr/>
    </dgm:pt>
    <dgm:pt modelId="{73D914FD-2F53-43EE-87BD-9C9AE2F34DD4}" type="pres">
      <dgm:prSet presAssocID="{377AF380-2B87-4254-87A0-224C9DB76037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872CCE1D-2B2B-4F8E-9610-A8CD35D51009}" srcId="{1EBEC4F0-D3A0-47E4-84BC-9A7E53BA3AD9}" destId="{377AF380-2B87-4254-87A0-224C9DB76037}" srcOrd="5" destOrd="0" parTransId="{DC0B5F38-04D4-4551-A018-D45EDABCBF87}" sibTransId="{4C451E3E-DB1D-464E-B0D1-1B9FADDB4ECD}"/>
    <dgm:cxn modelId="{C69CD52E-1353-49A4-8800-584B12281CF2}" type="presOf" srcId="{0A96DEF2-01D4-4D2A-97B4-A078CB82DCFE}" destId="{C7ADFF7C-956F-42BC-A22B-CFC3DAE7EB89}" srcOrd="0" destOrd="0" presId="urn:microsoft.com/office/officeart/2018/2/layout/IconVerticalSolidList"/>
    <dgm:cxn modelId="{B39E784C-C15F-4EE4-997A-EE1BF201DDB5}" type="presOf" srcId="{1EBEC4F0-D3A0-47E4-84BC-9A7E53BA3AD9}" destId="{66433690-7C2F-430D-8490-D186EE0FC35A}" srcOrd="0" destOrd="0" presId="urn:microsoft.com/office/officeart/2018/2/layout/IconVerticalSolidList"/>
    <dgm:cxn modelId="{04D90F4F-E9D3-437C-AA2B-DBC87FCBFB51}" srcId="{1EBEC4F0-D3A0-47E4-84BC-9A7E53BA3AD9}" destId="{D725C45C-B80A-411F-A6E1-85C05A828DBE}" srcOrd="3" destOrd="0" parTransId="{B51CD677-C220-4FAE-9CD2-E8353560F154}" sibTransId="{AAF81947-6D71-48C0-AFA1-EA9B0B0C93A1}"/>
    <dgm:cxn modelId="{30373A54-0832-4C6F-8C52-1DC1D5A74125}" srcId="{1EBEC4F0-D3A0-47E4-84BC-9A7E53BA3AD9}" destId="{0A96DEF2-01D4-4D2A-97B4-A078CB82DCFE}" srcOrd="2" destOrd="0" parTransId="{4696275B-FF02-4EDD-90D6-C9A8A8C2B382}" sibTransId="{2BC49E56-9A75-4A37-940A-6512E560D99E}"/>
    <dgm:cxn modelId="{8A7BD775-30EC-4E82-96E0-E8ABB3E79406}" srcId="{1EBEC4F0-D3A0-47E4-84BC-9A7E53BA3AD9}" destId="{1F3D3FE0-54BC-459C-AA90-9B2FFB202405}" srcOrd="1" destOrd="0" parTransId="{CDE3037F-F077-4388-A7A7-89C689C01548}" sibTransId="{358ED37D-2BAC-4CB5-94BC-3752F18B646A}"/>
    <dgm:cxn modelId="{F465B376-5ABF-45FE-9AD8-0E91AACB71D5}" type="presOf" srcId="{D725C45C-B80A-411F-A6E1-85C05A828DBE}" destId="{F397D210-6C08-48AE-86D9-CD6997955096}" srcOrd="0" destOrd="0" presId="urn:microsoft.com/office/officeart/2018/2/layout/IconVerticalSolidList"/>
    <dgm:cxn modelId="{A6031390-B29A-4AF6-BD35-4D0B934AD5DC}" type="presOf" srcId="{436E96F2-FC1B-4F7E-AE19-0C341FB1472A}" destId="{989FDD37-E359-40ED-958B-B38BF14092E2}" srcOrd="0" destOrd="0" presId="urn:microsoft.com/office/officeart/2018/2/layout/IconVerticalSolidList"/>
    <dgm:cxn modelId="{8D17FEBC-1C02-4A26-86FA-6898759F122E}" type="presOf" srcId="{377AF380-2B87-4254-87A0-224C9DB76037}" destId="{73D914FD-2F53-43EE-87BD-9C9AE2F34DD4}" srcOrd="0" destOrd="0" presId="urn:microsoft.com/office/officeart/2018/2/layout/IconVerticalSolidList"/>
    <dgm:cxn modelId="{D9CF7ED1-A659-4254-B263-C5DB2CF86D57}" srcId="{1EBEC4F0-D3A0-47E4-84BC-9A7E53BA3AD9}" destId="{390AE052-2200-49A2-9A3A-6644DE072874}" srcOrd="0" destOrd="0" parTransId="{B717E88D-9715-415A-A0B4-7E31F62E0C18}" sibTransId="{1C8604B4-3ECA-4B01-B006-420DF4418C83}"/>
    <dgm:cxn modelId="{C1AD69D9-D222-43B9-9558-70C2711F9061}" type="presOf" srcId="{390AE052-2200-49A2-9A3A-6644DE072874}" destId="{510D5B28-7341-432B-842D-F9F30E7FFC65}" srcOrd="0" destOrd="0" presId="urn:microsoft.com/office/officeart/2018/2/layout/IconVerticalSolidList"/>
    <dgm:cxn modelId="{4D3848F5-DC7F-47B5-8D64-CAED60644FCA}" type="presOf" srcId="{1F3D3FE0-54BC-459C-AA90-9B2FFB202405}" destId="{9CCC67C0-BB3D-472A-9617-D5311544F990}" srcOrd="0" destOrd="0" presId="urn:microsoft.com/office/officeart/2018/2/layout/IconVerticalSolidList"/>
    <dgm:cxn modelId="{EDBEEEFE-D382-42FF-8ABA-8D88134B4713}" srcId="{1EBEC4F0-D3A0-47E4-84BC-9A7E53BA3AD9}" destId="{436E96F2-FC1B-4F7E-AE19-0C341FB1472A}" srcOrd="4" destOrd="0" parTransId="{FC30C029-E3C3-40D6-B815-7F183FAA26AA}" sibTransId="{9FB68C37-E1B1-436F-8493-14155F5DE4CF}"/>
    <dgm:cxn modelId="{3266343A-9845-44DA-B7BC-655521F5C5FE}" type="presParOf" srcId="{66433690-7C2F-430D-8490-D186EE0FC35A}" destId="{D63ABD5C-26D0-4D8D-A9B4-E0272A470504}" srcOrd="0" destOrd="0" presId="urn:microsoft.com/office/officeart/2018/2/layout/IconVerticalSolidList"/>
    <dgm:cxn modelId="{36AD3FAE-A261-4EC8-8BC8-5858CD0844F6}" type="presParOf" srcId="{D63ABD5C-26D0-4D8D-A9B4-E0272A470504}" destId="{AC9BC35C-BCE0-4FA0-8632-EFFAEAB92F29}" srcOrd="0" destOrd="0" presId="urn:microsoft.com/office/officeart/2018/2/layout/IconVerticalSolidList"/>
    <dgm:cxn modelId="{E4B7D08D-E232-420F-A2DD-68DE5CBF0F0B}" type="presParOf" srcId="{D63ABD5C-26D0-4D8D-A9B4-E0272A470504}" destId="{C27CC628-6E12-4606-B1F4-0AD209CB3979}" srcOrd="1" destOrd="0" presId="urn:microsoft.com/office/officeart/2018/2/layout/IconVerticalSolidList"/>
    <dgm:cxn modelId="{B344F53C-18E9-4D9D-9A24-0070BF1385B6}" type="presParOf" srcId="{D63ABD5C-26D0-4D8D-A9B4-E0272A470504}" destId="{014A60F7-C029-4160-A42D-77F68CB48922}" srcOrd="2" destOrd="0" presId="urn:microsoft.com/office/officeart/2018/2/layout/IconVerticalSolidList"/>
    <dgm:cxn modelId="{1F417A10-EC6A-46D8-9DB8-324AC00D1357}" type="presParOf" srcId="{D63ABD5C-26D0-4D8D-A9B4-E0272A470504}" destId="{510D5B28-7341-432B-842D-F9F30E7FFC65}" srcOrd="3" destOrd="0" presId="urn:microsoft.com/office/officeart/2018/2/layout/IconVerticalSolidList"/>
    <dgm:cxn modelId="{AC4D3749-44FD-4163-9AD9-9AE722269F52}" type="presParOf" srcId="{66433690-7C2F-430D-8490-D186EE0FC35A}" destId="{D6B5D5A0-C0A4-437A-B6CD-8C4548CC904F}" srcOrd="1" destOrd="0" presId="urn:microsoft.com/office/officeart/2018/2/layout/IconVerticalSolidList"/>
    <dgm:cxn modelId="{D65B7AD0-BA00-407F-9E53-096CA2F9E96F}" type="presParOf" srcId="{66433690-7C2F-430D-8490-D186EE0FC35A}" destId="{A5CFEE98-C2AF-4DF4-A446-EE53E4AB3E74}" srcOrd="2" destOrd="0" presId="urn:microsoft.com/office/officeart/2018/2/layout/IconVerticalSolidList"/>
    <dgm:cxn modelId="{F5B7A207-4A4C-4907-B1C9-F224D12853BC}" type="presParOf" srcId="{A5CFEE98-C2AF-4DF4-A446-EE53E4AB3E74}" destId="{84CF9E0F-7FA6-4FA7-BA83-039866029811}" srcOrd="0" destOrd="0" presId="urn:microsoft.com/office/officeart/2018/2/layout/IconVerticalSolidList"/>
    <dgm:cxn modelId="{CFB5357F-FEFF-4374-88E2-EA2DA4778294}" type="presParOf" srcId="{A5CFEE98-C2AF-4DF4-A446-EE53E4AB3E74}" destId="{ED61D333-1D20-425F-ADD6-7E0DD33E4FAC}" srcOrd="1" destOrd="0" presId="urn:microsoft.com/office/officeart/2018/2/layout/IconVerticalSolidList"/>
    <dgm:cxn modelId="{6DE6BC8D-4048-4736-9466-A0E75D32F6CB}" type="presParOf" srcId="{A5CFEE98-C2AF-4DF4-A446-EE53E4AB3E74}" destId="{DD853942-DD25-4517-8C4A-47074C96AA92}" srcOrd="2" destOrd="0" presId="urn:microsoft.com/office/officeart/2018/2/layout/IconVerticalSolidList"/>
    <dgm:cxn modelId="{208302D8-647A-4414-A041-270E778F7688}" type="presParOf" srcId="{A5CFEE98-C2AF-4DF4-A446-EE53E4AB3E74}" destId="{9CCC67C0-BB3D-472A-9617-D5311544F990}" srcOrd="3" destOrd="0" presId="urn:microsoft.com/office/officeart/2018/2/layout/IconVerticalSolidList"/>
    <dgm:cxn modelId="{A3C496EF-BAFA-4E81-84E9-8912E96D7CE8}" type="presParOf" srcId="{66433690-7C2F-430D-8490-D186EE0FC35A}" destId="{39298BEE-F94F-4572-97E2-04405656FC5B}" srcOrd="3" destOrd="0" presId="urn:microsoft.com/office/officeart/2018/2/layout/IconVerticalSolidList"/>
    <dgm:cxn modelId="{E9F30A8C-5B9B-47F4-8EF6-FA2794D09BB3}" type="presParOf" srcId="{66433690-7C2F-430D-8490-D186EE0FC35A}" destId="{A1E9A891-1DA7-42B1-9635-740754990BD7}" srcOrd="4" destOrd="0" presId="urn:microsoft.com/office/officeart/2018/2/layout/IconVerticalSolidList"/>
    <dgm:cxn modelId="{4E863CEA-82BD-415E-A833-28F83BF1AF5F}" type="presParOf" srcId="{A1E9A891-1DA7-42B1-9635-740754990BD7}" destId="{EF43772D-08AA-45A1-841A-C77010AB29E8}" srcOrd="0" destOrd="0" presId="urn:microsoft.com/office/officeart/2018/2/layout/IconVerticalSolidList"/>
    <dgm:cxn modelId="{7B6DF1EA-B725-400D-ACF1-2B33410D1A61}" type="presParOf" srcId="{A1E9A891-1DA7-42B1-9635-740754990BD7}" destId="{085148B0-DD13-4AD4-8240-C09BACEDFCE7}" srcOrd="1" destOrd="0" presId="urn:microsoft.com/office/officeart/2018/2/layout/IconVerticalSolidList"/>
    <dgm:cxn modelId="{35D40171-281B-4E22-A8AA-33892FA73AA2}" type="presParOf" srcId="{A1E9A891-1DA7-42B1-9635-740754990BD7}" destId="{C61AB78E-DA7F-4EBA-A09A-30C2223471F9}" srcOrd="2" destOrd="0" presId="urn:microsoft.com/office/officeart/2018/2/layout/IconVerticalSolidList"/>
    <dgm:cxn modelId="{34905ABC-1AB3-4AFE-A338-FC4453FC6BE6}" type="presParOf" srcId="{A1E9A891-1DA7-42B1-9635-740754990BD7}" destId="{C7ADFF7C-956F-42BC-A22B-CFC3DAE7EB89}" srcOrd="3" destOrd="0" presId="urn:microsoft.com/office/officeart/2018/2/layout/IconVerticalSolidList"/>
    <dgm:cxn modelId="{8B6A620F-0043-4D03-8B67-04D7B8B2E0F7}" type="presParOf" srcId="{66433690-7C2F-430D-8490-D186EE0FC35A}" destId="{D8E2937C-3EC6-4B1B-A751-F9660BD6C841}" srcOrd="5" destOrd="0" presId="urn:microsoft.com/office/officeart/2018/2/layout/IconVerticalSolidList"/>
    <dgm:cxn modelId="{D63DC5EF-F3B4-4FAC-AB7A-8E26C806C6A3}" type="presParOf" srcId="{66433690-7C2F-430D-8490-D186EE0FC35A}" destId="{F38FE4EB-7390-44CA-85E6-9C80F4D1D57C}" srcOrd="6" destOrd="0" presId="urn:microsoft.com/office/officeart/2018/2/layout/IconVerticalSolidList"/>
    <dgm:cxn modelId="{E91A0552-71A1-4F38-9B0A-DEF492550FCD}" type="presParOf" srcId="{F38FE4EB-7390-44CA-85E6-9C80F4D1D57C}" destId="{82A55735-5AD2-4629-AFA4-EB6D73B2A9BC}" srcOrd="0" destOrd="0" presId="urn:microsoft.com/office/officeart/2018/2/layout/IconVerticalSolidList"/>
    <dgm:cxn modelId="{52A8A12D-BF2A-4349-808D-856238407546}" type="presParOf" srcId="{F38FE4EB-7390-44CA-85E6-9C80F4D1D57C}" destId="{5B0EFEB7-B80B-499C-9E73-DB9ED0F45C48}" srcOrd="1" destOrd="0" presId="urn:microsoft.com/office/officeart/2018/2/layout/IconVerticalSolidList"/>
    <dgm:cxn modelId="{C3AA39C8-F681-43E3-AA13-0C29615F99D7}" type="presParOf" srcId="{F38FE4EB-7390-44CA-85E6-9C80F4D1D57C}" destId="{DC523B73-1347-43C1-998C-2B62030131EF}" srcOrd="2" destOrd="0" presId="urn:microsoft.com/office/officeart/2018/2/layout/IconVerticalSolidList"/>
    <dgm:cxn modelId="{47A46C9C-7B5E-4602-AD29-14644D982212}" type="presParOf" srcId="{F38FE4EB-7390-44CA-85E6-9C80F4D1D57C}" destId="{F397D210-6C08-48AE-86D9-CD6997955096}" srcOrd="3" destOrd="0" presId="urn:microsoft.com/office/officeart/2018/2/layout/IconVerticalSolidList"/>
    <dgm:cxn modelId="{C2B64735-644C-4EEB-8439-3C3BC6B7B833}" type="presParOf" srcId="{66433690-7C2F-430D-8490-D186EE0FC35A}" destId="{1A3D26B0-3B3A-4BBB-B624-08184033124C}" srcOrd="7" destOrd="0" presId="urn:microsoft.com/office/officeart/2018/2/layout/IconVerticalSolidList"/>
    <dgm:cxn modelId="{6433C5C0-F93A-4E37-95F8-2757F0952409}" type="presParOf" srcId="{66433690-7C2F-430D-8490-D186EE0FC35A}" destId="{7FF55BD0-31AA-4395-BF23-070D59C6E707}" srcOrd="8" destOrd="0" presId="urn:microsoft.com/office/officeart/2018/2/layout/IconVerticalSolidList"/>
    <dgm:cxn modelId="{6C43AF94-1AD5-4C06-8D1D-E7255B3705C2}" type="presParOf" srcId="{7FF55BD0-31AA-4395-BF23-070D59C6E707}" destId="{DEED60DC-C29D-4B61-A767-593BB82C58AF}" srcOrd="0" destOrd="0" presId="urn:microsoft.com/office/officeart/2018/2/layout/IconVerticalSolidList"/>
    <dgm:cxn modelId="{D84714E1-D8C7-4160-AD2B-AC2ADB63EB30}" type="presParOf" srcId="{7FF55BD0-31AA-4395-BF23-070D59C6E707}" destId="{87401476-5E23-42DE-8E39-1841BCDF04B7}" srcOrd="1" destOrd="0" presId="urn:microsoft.com/office/officeart/2018/2/layout/IconVerticalSolidList"/>
    <dgm:cxn modelId="{8F3259D0-71B5-490D-A6DB-704D51E9C7ED}" type="presParOf" srcId="{7FF55BD0-31AA-4395-BF23-070D59C6E707}" destId="{5CCC6FA0-1708-44E2-86A7-7ADDC569BD53}" srcOrd="2" destOrd="0" presId="urn:microsoft.com/office/officeart/2018/2/layout/IconVerticalSolidList"/>
    <dgm:cxn modelId="{6A08BC3B-60E3-4652-9A33-0FC861DC5492}" type="presParOf" srcId="{7FF55BD0-31AA-4395-BF23-070D59C6E707}" destId="{989FDD37-E359-40ED-958B-B38BF14092E2}" srcOrd="3" destOrd="0" presId="urn:microsoft.com/office/officeart/2018/2/layout/IconVerticalSolidList"/>
    <dgm:cxn modelId="{D1C4607A-DC2F-4D52-A39B-FBBB4B249662}" type="presParOf" srcId="{66433690-7C2F-430D-8490-D186EE0FC35A}" destId="{71840C0B-6D01-4239-8424-2853486F7282}" srcOrd="9" destOrd="0" presId="urn:microsoft.com/office/officeart/2018/2/layout/IconVerticalSolidList"/>
    <dgm:cxn modelId="{52FDCCE8-1CCD-49E0-800C-111605F68EE9}" type="presParOf" srcId="{66433690-7C2F-430D-8490-D186EE0FC35A}" destId="{92B6BA98-669E-4596-9627-74CA0D63948C}" srcOrd="10" destOrd="0" presId="urn:microsoft.com/office/officeart/2018/2/layout/IconVerticalSolidList"/>
    <dgm:cxn modelId="{147AD244-F8D5-4433-A05B-BA9A684830D8}" type="presParOf" srcId="{92B6BA98-669E-4596-9627-74CA0D63948C}" destId="{4E52E635-B699-4265-9217-B4159839ADEC}" srcOrd="0" destOrd="0" presId="urn:microsoft.com/office/officeart/2018/2/layout/IconVerticalSolidList"/>
    <dgm:cxn modelId="{B607F0B1-0E45-4139-BB06-6A11DB81F7D4}" type="presParOf" srcId="{92B6BA98-669E-4596-9627-74CA0D63948C}" destId="{FDFE0924-C903-4383-94E0-C0AF96076C21}" srcOrd="1" destOrd="0" presId="urn:microsoft.com/office/officeart/2018/2/layout/IconVerticalSolidList"/>
    <dgm:cxn modelId="{39B90D76-CC4E-49FE-9D1B-44E3983F9D8C}" type="presParOf" srcId="{92B6BA98-669E-4596-9627-74CA0D63948C}" destId="{49EE39AC-07E6-45B4-9B69-4F9D2A90FAF5}" srcOrd="2" destOrd="0" presId="urn:microsoft.com/office/officeart/2018/2/layout/IconVerticalSolidList"/>
    <dgm:cxn modelId="{112FFC79-B1BC-45F5-A6B5-DF9DC3C3130B}" type="presParOf" srcId="{92B6BA98-669E-4596-9627-74CA0D63948C}" destId="{73D914FD-2F53-43EE-87BD-9C9AE2F34DD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70C4D2-3041-4740-88DF-07F89AAFEEF9}">
      <dsp:nvSpPr>
        <dsp:cNvPr id="0" name=""/>
        <dsp:cNvSpPr/>
      </dsp:nvSpPr>
      <dsp:spPr>
        <a:xfrm>
          <a:off x="0" y="481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6F0F62-30D8-4B49-B18D-DE6A14F59CD2}">
      <dsp:nvSpPr>
        <dsp:cNvPr id="0" name=""/>
        <dsp:cNvSpPr/>
      </dsp:nvSpPr>
      <dsp:spPr>
        <a:xfrm>
          <a:off x="0" y="481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Introduction </a:t>
          </a:r>
          <a:endParaRPr lang="en-US" sz="1800" kern="1200"/>
        </a:p>
      </dsp:txBody>
      <dsp:txXfrm>
        <a:off x="0" y="481"/>
        <a:ext cx="6239599" cy="394010"/>
      </dsp:txXfrm>
    </dsp:sp>
    <dsp:sp modelId="{7BDDB403-F8A0-43D2-A044-518D8A4EF0C5}">
      <dsp:nvSpPr>
        <dsp:cNvPr id="0" name=""/>
        <dsp:cNvSpPr/>
      </dsp:nvSpPr>
      <dsp:spPr>
        <a:xfrm>
          <a:off x="0" y="394491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75E756-F692-45C5-9C1B-DC06F6E5C451}">
      <dsp:nvSpPr>
        <dsp:cNvPr id="0" name=""/>
        <dsp:cNvSpPr/>
      </dsp:nvSpPr>
      <dsp:spPr>
        <a:xfrm>
          <a:off x="0" y="394491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Objective </a:t>
          </a:r>
          <a:endParaRPr lang="en-US" sz="1800" kern="1200"/>
        </a:p>
      </dsp:txBody>
      <dsp:txXfrm>
        <a:off x="0" y="394491"/>
        <a:ext cx="6239599" cy="394010"/>
      </dsp:txXfrm>
    </dsp:sp>
    <dsp:sp modelId="{069095DE-BE56-419C-8D0B-3C9A2229F55B}">
      <dsp:nvSpPr>
        <dsp:cNvPr id="0" name=""/>
        <dsp:cNvSpPr/>
      </dsp:nvSpPr>
      <dsp:spPr>
        <a:xfrm>
          <a:off x="0" y="788501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17425F-0619-4B53-BBE9-4B9DCC100703}">
      <dsp:nvSpPr>
        <dsp:cNvPr id="0" name=""/>
        <dsp:cNvSpPr/>
      </dsp:nvSpPr>
      <dsp:spPr>
        <a:xfrm>
          <a:off x="0" y="788501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Proposed System </a:t>
          </a:r>
          <a:endParaRPr lang="en-US" sz="1800" kern="1200"/>
        </a:p>
      </dsp:txBody>
      <dsp:txXfrm>
        <a:off x="0" y="788501"/>
        <a:ext cx="6239599" cy="394010"/>
      </dsp:txXfrm>
    </dsp:sp>
    <dsp:sp modelId="{60825383-00D5-442A-A644-E6D8BF558A87}">
      <dsp:nvSpPr>
        <dsp:cNvPr id="0" name=""/>
        <dsp:cNvSpPr/>
      </dsp:nvSpPr>
      <dsp:spPr>
        <a:xfrm>
          <a:off x="0" y="1182511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25BF9A-AAED-4B88-A905-F3FC541CC207}">
      <dsp:nvSpPr>
        <dsp:cNvPr id="0" name=""/>
        <dsp:cNvSpPr/>
      </dsp:nvSpPr>
      <dsp:spPr>
        <a:xfrm>
          <a:off x="0" y="1182511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Dataset &amp; Preprocessing </a:t>
          </a:r>
          <a:endParaRPr lang="en-US" sz="1800" kern="1200"/>
        </a:p>
      </dsp:txBody>
      <dsp:txXfrm>
        <a:off x="0" y="1182511"/>
        <a:ext cx="6239599" cy="394010"/>
      </dsp:txXfrm>
    </dsp:sp>
    <dsp:sp modelId="{893015AC-E0D6-4FA7-B0A5-B13D4D9A3DFD}">
      <dsp:nvSpPr>
        <dsp:cNvPr id="0" name=""/>
        <dsp:cNvSpPr/>
      </dsp:nvSpPr>
      <dsp:spPr>
        <a:xfrm>
          <a:off x="0" y="1576521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F56E43-6900-4F26-ADBD-E592DC8E01D1}">
      <dsp:nvSpPr>
        <dsp:cNvPr id="0" name=""/>
        <dsp:cNvSpPr/>
      </dsp:nvSpPr>
      <dsp:spPr>
        <a:xfrm>
          <a:off x="0" y="1576521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Android Implementation </a:t>
          </a:r>
          <a:endParaRPr lang="en-US" sz="1800" kern="1200"/>
        </a:p>
      </dsp:txBody>
      <dsp:txXfrm>
        <a:off x="0" y="1576521"/>
        <a:ext cx="6239599" cy="394010"/>
      </dsp:txXfrm>
    </dsp:sp>
    <dsp:sp modelId="{28016B69-E82C-4EE9-A38E-E47392D11B45}">
      <dsp:nvSpPr>
        <dsp:cNvPr id="0" name=""/>
        <dsp:cNvSpPr/>
      </dsp:nvSpPr>
      <dsp:spPr>
        <a:xfrm>
          <a:off x="0" y="1970531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E1192C-6F86-40E0-83FC-185D5436E993}">
      <dsp:nvSpPr>
        <dsp:cNvPr id="0" name=""/>
        <dsp:cNvSpPr/>
      </dsp:nvSpPr>
      <dsp:spPr>
        <a:xfrm>
          <a:off x="0" y="1970532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Model Conversion (TFLite) </a:t>
          </a:r>
          <a:endParaRPr lang="en-US" sz="1800" kern="1200"/>
        </a:p>
      </dsp:txBody>
      <dsp:txXfrm>
        <a:off x="0" y="1970532"/>
        <a:ext cx="6239599" cy="394010"/>
      </dsp:txXfrm>
    </dsp:sp>
    <dsp:sp modelId="{E2B87CD8-B03D-4AFF-8B7B-2C410AAE2159}">
      <dsp:nvSpPr>
        <dsp:cNvPr id="0" name=""/>
        <dsp:cNvSpPr/>
      </dsp:nvSpPr>
      <dsp:spPr>
        <a:xfrm>
          <a:off x="0" y="2364542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8BE4B5-3F59-49C9-AD2C-65D6A2C14843}">
      <dsp:nvSpPr>
        <dsp:cNvPr id="0" name=""/>
        <dsp:cNvSpPr/>
      </dsp:nvSpPr>
      <dsp:spPr>
        <a:xfrm>
          <a:off x="0" y="2364542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Results </a:t>
          </a:r>
          <a:endParaRPr lang="en-US" sz="1800" kern="1200"/>
        </a:p>
      </dsp:txBody>
      <dsp:txXfrm>
        <a:off x="0" y="2364542"/>
        <a:ext cx="6239599" cy="394010"/>
      </dsp:txXfrm>
    </dsp:sp>
    <dsp:sp modelId="{F7C28DA0-5196-4160-9C47-5E2C85BB8F5B}">
      <dsp:nvSpPr>
        <dsp:cNvPr id="0" name=""/>
        <dsp:cNvSpPr/>
      </dsp:nvSpPr>
      <dsp:spPr>
        <a:xfrm>
          <a:off x="0" y="2758552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BAE693-D6F0-47AF-BF19-27A7E8FCCFC7}">
      <dsp:nvSpPr>
        <dsp:cNvPr id="0" name=""/>
        <dsp:cNvSpPr/>
      </dsp:nvSpPr>
      <dsp:spPr>
        <a:xfrm>
          <a:off x="0" y="2758552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Application Interface </a:t>
          </a:r>
          <a:endParaRPr lang="en-US" sz="1800" kern="1200"/>
        </a:p>
      </dsp:txBody>
      <dsp:txXfrm>
        <a:off x="0" y="2758552"/>
        <a:ext cx="6239599" cy="394010"/>
      </dsp:txXfrm>
    </dsp:sp>
    <dsp:sp modelId="{A9BB8887-9DDB-4649-BB2E-A99B0D531073}">
      <dsp:nvSpPr>
        <dsp:cNvPr id="0" name=""/>
        <dsp:cNvSpPr/>
      </dsp:nvSpPr>
      <dsp:spPr>
        <a:xfrm>
          <a:off x="0" y="3152562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B01F53-1C30-458D-8112-3943E8BE3F01}">
      <dsp:nvSpPr>
        <dsp:cNvPr id="0" name=""/>
        <dsp:cNvSpPr/>
      </dsp:nvSpPr>
      <dsp:spPr>
        <a:xfrm>
          <a:off x="0" y="3152562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Advantages </a:t>
          </a:r>
          <a:endParaRPr lang="en-US" sz="1800" kern="1200"/>
        </a:p>
      </dsp:txBody>
      <dsp:txXfrm>
        <a:off x="0" y="3152562"/>
        <a:ext cx="6239599" cy="394010"/>
      </dsp:txXfrm>
    </dsp:sp>
    <dsp:sp modelId="{194885BA-DF5A-47BF-A04A-2000DB482234}">
      <dsp:nvSpPr>
        <dsp:cNvPr id="0" name=""/>
        <dsp:cNvSpPr/>
      </dsp:nvSpPr>
      <dsp:spPr>
        <a:xfrm>
          <a:off x="0" y="3546572"/>
          <a:ext cx="62395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0D3ACF-2514-4F9B-BD7E-F903D65D4DEB}">
      <dsp:nvSpPr>
        <dsp:cNvPr id="0" name=""/>
        <dsp:cNvSpPr/>
      </dsp:nvSpPr>
      <dsp:spPr>
        <a:xfrm>
          <a:off x="0" y="3546572"/>
          <a:ext cx="6239599" cy="3940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Conclusion </a:t>
          </a:r>
          <a:endParaRPr lang="en-US" sz="1800" kern="1200"/>
        </a:p>
      </dsp:txBody>
      <dsp:txXfrm>
        <a:off x="0" y="3546572"/>
        <a:ext cx="6239599" cy="3940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FEC78F-17E4-4701-8609-8049A2D82A79}">
      <dsp:nvSpPr>
        <dsp:cNvPr id="0" name=""/>
        <dsp:cNvSpPr/>
      </dsp:nvSpPr>
      <dsp:spPr>
        <a:xfrm>
          <a:off x="207" y="424640"/>
          <a:ext cx="2506953" cy="300834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0" rIns="247631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Electrical fires often caused by short circuits</a:t>
          </a:r>
        </a:p>
      </dsp:txBody>
      <dsp:txXfrm>
        <a:off x="207" y="1627978"/>
        <a:ext cx="2506953" cy="1805006"/>
      </dsp:txXfrm>
    </dsp:sp>
    <dsp:sp modelId="{629E59F9-192F-44C6-93A2-F310DACBF773}">
      <dsp:nvSpPr>
        <dsp:cNvPr id="0" name=""/>
        <dsp:cNvSpPr/>
      </dsp:nvSpPr>
      <dsp:spPr>
        <a:xfrm>
          <a:off x="207" y="424640"/>
          <a:ext cx="2506953" cy="120333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165100" rIns="247631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207" y="424640"/>
        <a:ext cx="2506953" cy="1203337"/>
      </dsp:txXfrm>
    </dsp:sp>
    <dsp:sp modelId="{5C1C65B9-41AB-48D4-80B6-73C4BD6E1303}">
      <dsp:nvSpPr>
        <dsp:cNvPr id="0" name=""/>
        <dsp:cNvSpPr/>
      </dsp:nvSpPr>
      <dsp:spPr>
        <a:xfrm>
          <a:off x="2707717" y="424640"/>
          <a:ext cx="2506953" cy="300834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0" rIns="247631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• Need to distinguish PSCT vs SSCT</a:t>
          </a:r>
        </a:p>
      </dsp:txBody>
      <dsp:txXfrm>
        <a:off x="2707717" y="1627978"/>
        <a:ext cx="2506953" cy="1805006"/>
      </dsp:txXfrm>
    </dsp:sp>
    <dsp:sp modelId="{C1AEC932-96D1-41C8-8156-BC7A34913040}">
      <dsp:nvSpPr>
        <dsp:cNvPr id="0" name=""/>
        <dsp:cNvSpPr/>
      </dsp:nvSpPr>
      <dsp:spPr>
        <a:xfrm>
          <a:off x="2707717" y="424640"/>
          <a:ext cx="2506953" cy="120333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165100" rIns="247631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2707717" y="424640"/>
        <a:ext cx="2506953" cy="1203337"/>
      </dsp:txXfrm>
    </dsp:sp>
    <dsp:sp modelId="{89916679-720F-437A-B788-F0C1215155E9}">
      <dsp:nvSpPr>
        <dsp:cNvPr id="0" name=""/>
        <dsp:cNvSpPr/>
      </dsp:nvSpPr>
      <dsp:spPr>
        <a:xfrm>
          <a:off x="5415228" y="424640"/>
          <a:ext cx="2506953" cy="300834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0" rIns="247631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• Traditional methods are manual and subjective</a:t>
          </a:r>
        </a:p>
      </dsp:txBody>
      <dsp:txXfrm>
        <a:off x="5415228" y="1627978"/>
        <a:ext cx="2506953" cy="1805006"/>
      </dsp:txXfrm>
    </dsp:sp>
    <dsp:sp modelId="{CD4E73B8-77E6-4FA6-9A99-D4E35611C82A}">
      <dsp:nvSpPr>
        <dsp:cNvPr id="0" name=""/>
        <dsp:cNvSpPr/>
      </dsp:nvSpPr>
      <dsp:spPr>
        <a:xfrm>
          <a:off x="5415228" y="424640"/>
          <a:ext cx="2506953" cy="120333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165100" rIns="247631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5415228" y="424640"/>
        <a:ext cx="2506953" cy="1203337"/>
      </dsp:txXfrm>
    </dsp:sp>
    <dsp:sp modelId="{0AC0997A-6F09-4FDF-A2C9-A53340E25163}">
      <dsp:nvSpPr>
        <dsp:cNvPr id="0" name=""/>
        <dsp:cNvSpPr/>
      </dsp:nvSpPr>
      <dsp:spPr>
        <a:xfrm>
          <a:off x="8122738" y="424640"/>
          <a:ext cx="2506953" cy="300834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0" rIns="247631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• AI enables automated classification</a:t>
          </a:r>
        </a:p>
      </dsp:txBody>
      <dsp:txXfrm>
        <a:off x="8122738" y="1627978"/>
        <a:ext cx="2506953" cy="1805006"/>
      </dsp:txXfrm>
    </dsp:sp>
    <dsp:sp modelId="{C321515A-F5A1-46F7-8F82-64701B423945}">
      <dsp:nvSpPr>
        <dsp:cNvPr id="0" name=""/>
        <dsp:cNvSpPr/>
      </dsp:nvSpPr>
      <dsp:spPr>
        <a:xfrm>
          <a:off x="8122738" y="424640"/>
          <a:ext cx="2506953" cy="120333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31" tIns="165100" rIns="247631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04</a:t>
          </a:r>
        </a:p>
      </dsp:txBody>
      <dsp:txXfrm>
        <a:off x="8122738" y="424640"/>
        <a:ext cx="2506953" cy="12033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2B6150-FBD3-49E1-98FE-C6D11CFC0FC9}">
      <dsp:nvSpPr>
        <dsp:cNvPr id="0" name=""/>
        <dsp:cNvSpPr/>
      </dsp:nvSpPr>
      <dsp:spPr>
        <a:xfrm>
          <a:off x="652949" y="308812"/>
          <a:ext cx="1921500" cy="19215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10E095-385B-4EB0-9B10-7969ABFBD535}">
      <dsp:nvSpPr>
        <dsp:cNvPr id="0" name=""/>
        <dsp:cNvSpPr/>
      </dsp:nvSpPr>
      <dsp:spPr>
        <a:xfrm>
          <a:off x="1062449" y="718312"/>
          <a:ext cx="1102500" cy="110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9D0DB6-97F2-4C29-9525-8A84140D5B0E}">
      <dsp:nvSpPr>
        <dsp:cNvPr id="0" name=""/>
        <dsp:cNvSpPr/>
      </dsp:nvSpPr>
      <dsp:spPr>
        <a:xfrm>
          <a:off x="38699" y="2828813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 dirty="0"/>
            <a:t>• Develop Android-based classification system</a:t>
          </a:r>
        </a:p>
      </dsp:txBody>
      <dsp:txXfrm>
        <a:off x="38699" y="2828813"/>
        <a:ext cx="3150000" cy="720000"/>
      </dsp:txXfrm>
    </dsp:sp>
    <dsp:sp modelId="{16AC38CD-A4E9-4DDB-9E78-291B0F5140F0}">
      <dsp:nvSpPr>
        <dsp:cNvPr id="0" name=""/>
        <dsp:cNvSpPr/>
      </dsp:nvSpPr>
      <dsp:spPr>
        <a:xfrm>
          <a:off x="4354199" y="308812"/>
          <a:ext cx="1921500" cy="19215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9ED4F8-3182-4091-A512-843B2B61EE84}">
      <dsp:nvSpPr>
        <dsp:cNvPr id="0" name=""/>
        <dsp:cNvSpPr/>
      </dsp:nvSpPr>
      <dsp:spPr>
        <a:xfrm>
          <a:off x="4763699" y="718312"/>
          <a:ext cx="1102500" cy="110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DEBA9D-EC14-48F4-B378-57104F414B01}">
      <dsp:nvSpPr>
        <dsp:cNvPr id="0" name=""/>
        <dsp:cNvSpPr/>
      </dsp:nvSpPr>
      <dsp:spPr>
        <a:xfrm>
          <a:off x="3739949" y="2828813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Use lightweight CNN models</a:t>
          </a:r>
        </a:p>
      </dsp:txBody>
      <dsp:txXfrm>
        <a:off x="3739949" y="2828813"/>
        <a:ext cx="3150000" cy="720000"/>
      </dsp:txXfrm>
    </dsp:sp>
    <dsp:sp modelId="{2786F4F1-D774-4EBD-92D6-2BD4AD2CAF79}">
      <dsp:nvSpPr>
        <dsp:cNvPr id="0" name=""/>
        <dsp:cNvSpPr/>
      </dsp:nvSpPr>
      <dsp:spPr>
        <a:xfrm>
          <a:off x="8055450" y="308812"/>
          <a:ext cx="1921500" cy="19215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0A0540-A2AE-4937-A8E4-07097E941146}">
      <dsp:nvSpPr>
        <dsp:cNvPr id="0" name=""/>
        <dsp:cNvSpPr/>
      </dsp:nvSpPr>
      <dsp:spPr>
        <a:xfrm>
          <a:off x="8464950" y="718312"/>
          <a:ext cx="1102500" cy="110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A667B1-5D08-42D9-8D48-865230BFF96C}">
      <dsp:nvSpPr>
        <dsp:cNvPr id="0" name=""/>
        <dsp:cNvSpPr/>
      </dsp:nvSpPr>
      <dsp:spPr>
        <a:xfrm>
          <a:off x="7441200" y="2828813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Enable real-time mobile inference</a:t>
          </a:r>
        </a:p>
      </dsp:txBody>
      <dsp:txXfrm>
        <a:off x="7441200" y="2828813"/>
        <a:ext cx="31500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DD8132-E257-4B42-80B6-94FAB6C11CBD}">
      <dsp:nvSpPr>
        <dsp:cNvPr id="0" name=""/>
        <dsp:cNvSpPr/>
      </dsp:nvSpPr>
      <dsp:spPr>
        <a:xfrm>
          <a:off x="663876" y="822903"/>
          <a:ext cx="1060082" cy="1060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4FCEF2-943A-4BF6-A70E-F68E8B54B49A}">
      <dsp:nvSpPr>
        <dsp:cNvPr id="0" name=""/>
        <dsp:cNvSpPr/>
      </dsp:nvSpPr>
      <dsp:spPr>
        <a:xfrm>
          <a:off x="16048" y="2197246"/>
          <a:ext cx="235573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Total images: 752</a:t>
          </a:r>
        </a:p>
      </dsp:txBody>
      <dsp:txXfrm>
        <a:off x="16048" y="2197246"/>
        <a:ext cx="2355738" cy="720000"/>
      </dsp:txXfrm>
    </dsp:sp>
    <dsp:sp modelId="{ECD79130-2E43-4F4B-96C0-04C56F3D744F}">
      <dsp:nvSpPr>
        <dsp:cNvPr id="0" name=""/>
        <dsp:cNvSpPr/>
      </dsp:nvSpPr>
      <dsp:spPr>
        <a:xfrm>
          <a:off x="3431868" y="822903"/>
          <a:ext cx="1060082" cy="1060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FFF598-A23E-43F3-948A-72F6590EB5B6}">
      <dsp:nvSpPr>
        <dsp:cNvPr id="0" name=""/>
        <dsp:cNvSpPr/>
      </dsp:nvSpPr>
      <dsp:spPr>
        <a:xfrm>
          <a:off x="2784040" y="2197246"/>
          <a:ext cx="235573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Classes: primary short-circuit traces (PSCT), secondary short-circuit traces (SSCT)</a:t>
          </a:r>
        </a:p>
      </dsp:txBody>
      <dsp:txXfrm>
        <a:off x="2784040" y="2197246"/>
        <a:ext cx="2355738" cy="720000"/>
      </dsp:txXfrm>
    </dsp:sp>
    <dsp:sp modelId="{7711D466-7460-49A5-8F12-C5D582D48B97}">
      <dsp:nvSpPr>
        <dsp:cNvPr id="0" name=""/>
        <dsp:cNvSpPr/>
      </dsp:nvSpPr>
      <dsp:spPr>
        <a:xfrm>
          <a:off x="6199861" y="822903"/>
          <a:ext cx="1060082" cy="1060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6C42B9-B35D-4DD4-A67C-D636FE5C179E}">
      <dsp:nvSpPr>
        <dsp:cNvPr id="0" name=""/>
        <dsp:cNvSpPr/>
      </dsp:nvSpPr>
      <dsp:spPr>
        <a:xfrm>
          <a:off x="5552033" y="2197246"/>
          <a:ext cx="235573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Split: 80% training, 20% testing</a:t>
          </a:r>
        </a:p>
      </dsp:txBody>
      <dsp:txXfrm>
        <a:off x="5552033" y="2197246"/>
        <a:ext cx="2355738" cy="720000"/>
      </dsp:txXfrm>
    </dsp:sp>
    <dsp:sp modelId="{1A4053E5-27E0-48DA-BABB-E8B5C46B6573}">
      <dsp:nvSpPr>
        <dsp:cNvPr id="0" name=""/>
        <dsp:cNvSpPr/>
      </dsp:nvSpPr>
      <dsp:spPr>
        <a:xfrm>
          <a:off x="8967853" y="822903"/>
          <a:ext cx="1060082" cy="1060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FB80A8-6ACF-43E5-9DB5-93B2C647BD9B}">
      <dsp:nvSpPr>
        <dsp:cNvPr id="0" name=""/>
        <dsp:cNvSpPr/>
      </dsp:nvSpPr>
      <dsp:spPr>
        <a:xfrm>
          <a:off x="8320025" y="2197246"/>
          <a:ext cx="235573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Augmentation: rotation, zoom, flip, brightness</a:t>
          </a:r>
        </a:p>
      </dsp:txBody>
      <dsp:txXfrm>
        <a:off x="8320025" y="2197246"/>
        <a:ext cx="2355738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71143D-5B3D-4B34-B2D3-AA94CFA76CAC}">
      <dsp:nvSpPr>
        <dsp:cNvPr id="0" name=""/>
        <dsp:cNvSpPr/>
      </dsp:nvSpPr>
      <dsp:spPr>
        <a:xfrm>
          <a:off x="0" y="607733"/>
          <a:ext cx="10691265" cy="112196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0C06D5-E4FC-46DA-BF0F-C642B05CA16D}">
      <dsp:nvSpPr>
        <dsp:cNvPr id="0" name=""/>
        <dsp:cNvSpPr/>
      </dsp:nvSpPr>
      <dsp:spPr>
        <a:xfrm>
          <a:off x="339395" y="860176"/>
          <a:ext cx="617082" cy="617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9E5E1-4E2F-4A6B-AE55-D9344FE978F0}">
      <dsp:nvSpPr>
        <dsp:cNvPr id="0" name=""/>
        <dsp:cNvSpPr/>
      </dsp:nvSpPr>
      <dsp:spPr>
        <a:xfrm>
          <a:off x="1295873" y="607733"/>
          <a:ext cx="9395391" cy="112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742" tIns="118742" rIns="118742" bIns="11874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Input image converted into numerical tensor </a:t>
          </a:r>
        </a:p>
      </dsp:txBody>
      <dsp:txXfrm>
        <a:off x="1295873" y="607733"/>
        <a:ext cx="9395391" cy="1121968"/>
      </dsp:txXfrm>
    </dsp:sp>
    <dsp:sp modelId="{DAAF85CA-39E6-420D-A2F2-F669252674AF}">
      <dsp:nvSpPr>
        <dsp:cNvPr id="0" name=""/>
        <dsp:cNvSpPr/>
      </dsp:nvSpPr>
      <dsp:spPr>
        <a:xfrm>
          <a:off x="0" y="2010194"/>
          <a:ext cx="10691265" cy="112196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D49E85-EE6A-4338-9379-EF717410295B}">
      <dsp:nvSpPr>
        <dsp:cNvPr id="0" name=""/>
        <dsp:cNvSpPr/>
      </dsp:nvSpPr>
      <dsp:spPr>
        <a:xfrm>
          <a:off x="339395" y="2262637"/>
          <a:ext cx="617082" cy="617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4BADC0-2A31-4D8A-B008-0A7902592EC9}">
      <dsp:nvSpPr>
        <dsp:cNvPr id="0" name=""/>
        <dsp:cNvSpPr/>
      </dsp:nvSpPr>
      <dsp:spPr>
        <a:xfrm>
          <a:off x="1295873" y="2010194"/>
          <a:ext cx="4811069" cy="112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742" tIns="118742" rIns="118742" bIns="11874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Model outputs a probability value: </a:t>
          </a:r>
        </a:p>
      </dsp:txBody>
      <dsp:txXfrm>
        <a:off x="1295873" y="2010194"/>
        <a:ext cx="4811069" cy="1121968"/>
      </dsp:txXfrm>
    </dsp:sp>
    <dsp:sp modelId="{3E24CE48-F617-48E1-8B55-2372D613DDBA}">
      <dsp:nvSpPr>
        <dsp:cNvPr id="0" name=""/>
        <dsp:cNvSpPr/>
      </dsp:nvSpPr>
      <dsp:spPr>
        <a:xfrm>
          <a:off x="6106943" y="2010194"/>
          <a:ext cx="4584321" cy="112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742" tIns="118742" rIns="118742" bIns="118742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&lt; 0.5 → PSCT </a:t>
          </a:r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≥ 0.5 → SSCT </a:t>
          </a:r>
        </a:p>
      </dsp:txBody>
      <dsp:txXfrm>
        <a:off x="6106943" y="2010194"/>
        <a:ext cx="4584321" cy="112196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76993A-EB27-4EFC-816E-62F48AE035A1}">
      <dsp:nvSpPr>
        <dsp:cNvPr id="0" name=""/>
        <dsp:cNvSpPr/>
      </dsp:nvSpPr>
      <dsp:spPr>
        <a:xfrm>
          <a:off x="0" y="8928"/>
          <a:ext cx="10691265" cy="1146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EfficientNet: 96.05% accuracy</a:t>
          </a:r>
        </a:p>
      </dsp:txBody>
      <dsp:txXfrm>
        <a:off x="55972" y="64900"/>
        <a:ext cx="10579321" cy="1034656"/>
      </dsp:txXfrm>
    </dsp:sp>
    <dsp:sp modelId="{6E726330-70F6-4D8F-BDC5-6BB30682935C}">
      <dsp:nvSpPr>
        <dsp:cNvPr id="0" name=""/>
        <dsp:cNvSpPr/>
      </dsp:nvSpPr>
      <dsp:spPr>
        <a:xfrm>
          <a:off x="0" y="1296648"/>
          <a:ext cx="10691265" cy="1146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• MobileNetV3: stable performance</a:t>
          </a:r>
        </a:p>
      </dsp:txBody>
      <dsp:txXfrm>
        <a:off x="55972" y="1352620"/>
        <a:ext cx="10579321" cy="1034656"/>
      </dsp:txXfrm>
    </dsp:sp>
    <dsp:sp modelId="{E0CAC9A5-206E-4F32-B1EC-71D5B14E504C}">
      <dsp:nvSpPr>
        <dsp:cNvPr id="0" name=""/>
        <dsp:cNvSpPr/>
      </dsp:nvSpPr>
      <dsp:spPr>
        <a:xfrm>
          <a:off x="0" y="2584368"/>
          <a:ext cx="10691265" cy="1146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• MobileNetV2: efficient and fast</a:t>
          </a:r>
        </a:p>
      </dsp:txBody>
      <dsp:txXfrm>
        <a:off x="55972" y="2640340"/>
        <a:ext cx="10579321" cy="103465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902E5C-93D5-4031-9482-F73DA29FB9AD}">
      <dsp:nvSpPr>
        <dsp:cNvPr id="0" name=""/>
        <dsp:cNvSpPr/>
      </dsp:nvSpPr>
      <dsp:spPr>
        <a:xfrm>
          <a:off x="0" y="509197"/>
          <a:ext cx="4769598" cy="65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Image input (camera/gallery)</a:t>
          </a:r>
        </a:p>
      </dsp:txBody>
      <dsp:txXfrm>
        <a:off x="31984" y="541181"/>
        <a:ext cx="4705630" cy="591232"/>
      </dsp:txXfrm>
    </dsp:sp>
    <dsp:sp modelId="{82BF17B5-31DB-43EC-8C68-82A1AB5F3BCD}">
      <dsp:nvSpPr>
        <dsp:cNvPr id="0" name=""/>
        <dsp:cNvSpPr/>
      </dsp:nvSpPr>
      <dsp:spPr>
        <a:xfrm>
          <a:off x="0" y="1245037"/>
          <a:ext cx="4769598" cy="65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Prediction result</a:t>
          </a:r>
        </a:p>
      </dsp:txBody>
      <dsp:txXfrm>
        <a:off x="31984" y="1277021"/>
        <a:ext cx="4705630" cy="591232"/>
      </dsp:txXfrm>
    </dsp:sp>
    <dsp:sp modelId="{CF161F61-7F4A-48E0-B3BC-3BF77CB5AF7A}">
      <dsp:nvSpPr>
        <dsp:cNvPr id="0" name=""/>
        <dsp:cNvSpPr/>
      </dsp:nvSpPr>
      <dsp:spPr>
        <a:xfrm>
          <a:off x="0" y="1980877"/>
          <a:ext cx="4769598" cy="65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Probability output</a:t>
          </a:r>
        </a:p>
      </dsp:txBody>
      <dsp:txXfrm>
        <a:off x="31984" y="2012861"/>
        <a:ext cx="4705630" cy="591232"/>
      </dsp:txXfrm>
    </dsp:sp>
    <dsp:sp modelId="{13F93FE1-F736-4E69-BB3C-14C633EE1C91}">
      <dsp:nvSpPr>
        <dsp:cNvPr id="0" name=""/>
        <dsp:cNvSpPr/>
      </dsp:nvSpPr>
      <dsp:spPr>
        <a:xfrm>
          <a:off x="0" y="2716717"/>
          <a:ext cx="4769598" cy="65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User-friendly UI</a:t>
          </a:r>
        </a:p>
      </dsp:txBody>
      <dsp:txXfrm>
        <a:off x="31984" y="2748701"/>
        <a:ext cx="4705630" cy="59123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3DF6E9-2A11-41DA-94F8-98AE6886130E}">
      <dsp:nvSpPr>
        <dsp:cNvPr id="0" name=""/>
        <dsp:cNvSpPr/>
      </dsp:nvSpPr>
      <dsp:spPr>
        <a:xfrm>
          <a:off x="1127179" y="1799"/>
          <a:ext cx="574678" cy="57467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8B27D3-7B07-4599-A83F-28CCD510B251}">
      <dsp:nvSpPr>
        <dsp:cNvPr id="0" name=""/>
        <dsp:cNvSpPr/>
      </dsp:nvSpPr>
      <dsp:spPr>
        <a:xfrm>
          <a:off x="1247861" y="122481"/>
          <a:ext cx="333313" cy="3333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CCEB90-7E90-40FF-B829-AA9A25979804}">
      <dsp:nvSpPr>
        <dsp:cNvPr id="0" name=""/>
        <dsp:cNvSpPr/>
      </dsp:nvSpPr>
      <dsp:spPr>
        <a:xfrm>
          <a:off x="1825002" y="1799"/>
          <a:ext cx="1354598" cy="574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 Real-time classification </a:t>
          </a:r>
        </a:p>
      </dsp:txBody>
      <dsp:txXfrm>
        <a:off x="1825002" y="1799"/>
        <a:ext cx="1354598" cy="574678"/>
      </dsp:txXfrm>
    </dsp:sp>
    <dsp:sp modelId="{58F2A8FF-E58D-46A9-B9BC-A320FB116AFB}">
      <dsp:nvSpPr>
        <dsp:cNvPr id="0" name=""/>
        <dsp:cNvSpPr/>
      </dsp:nvSpPr>
      <dsp:spPr>
        <a:xfrm>
          <a:off x="1127179" y="1298052"/>
          <a:ext cx="574678" cy="57467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9E2832-D0CC-4F55-BAC0-3EA23D6F4512}">
      <dsp:nvSpPr>
        <dsp:cNvPr id="0" name=""/>
        <dsp:cNvSpPr/>
      </dsp:nvSpPr>
      <dsp:spPr>
        <a:xfrm>
          <a:off x="1247861" y="1418734"/>
          <a:ext cx="333313" cy="3333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93D4AA-A4FC-49CA-BACE-7BE73FBC87F6}">
      <dsp:nvSpPr>
        <dsp:cNvPr id="0" name=""/>
        <dsp:cNvSpPr/>
      </dsp:nvSpPr>
      <dsp:spPr>
        <a:xfrm>
          <a:off x="1825002" y="1298052"/>
          <a:ext cx="1354598" cy="574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No internet required (on-device inference) </a:t>
          </a:r>
        </a:p>
      </dsp:txBody>
      <dsp:txXfrm>
        <a:off x="1825002" y="1298052"/>
        <a:ext cx="1354598" cy="574678"/>
      </dsp:txXfrm>
    </dsp:sp>
    <dsp:sp modelId="{CB720FB5-A003-498B-B9DD-71F5550FC0E0}">
      <dsp:nvSpPr>
        <dsp:cNvPr id="0" name=""/>
        <dsp:cNvSpPr/>
      </dsp:nvSpPr>
      <dsp:spPr>
        <a:xfrm>
          <a:off x="1127179" y="2594304"/>
          <a:ext cx="574678" cy="57467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A1DDB7-D78F-45A5-9BA5-727B9708515B}">
      <dsp:nvSpPr>
        <dsp:cNvPr id="0" name=""/>
        <dsp:cNvSpPr/>
      </dsp:nvSpPr>
      <dsp:spPr>
        <a:xfrm>
          <a:off x="1247861" y="2714987"/>
          <a:ext cx="333313" cy="3333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BEEBCB-AF8A-464A-8E8E-10F61A62B0FB}">
      <dsp:nvSpPr>
        <dsp:cNvPr id="0" name=""/>
        <dsp:cNvSpPr/>
      </dsp:nvSpPr>
      <dsp:spPr>
        <a:xfrm>
          <a:off x="1825002" y="2594304"/>
          <a:ext cx="1354598" cy="574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 Lightweight and efficient </a:t>
          </a:r>
        </a:p>
      </dsp:txBody>
      <dsp:txXfrm>
        <a:off x="1825002" y="2594304"/>
        <a:ext cx="1354598" cy="574678"/>
      </dsp:txXfrm>
    </dsp:sp>
    <dsp:sp modelId="{4B9CCA07-8CC6-456A-B7F5-D115B3C148C3}">
      <dsp:nvSpPr>
        <dsp:cNvPr id="0" name=""/>
        <dsp:cNvSpPr/>
      </dsp:nvSpPr>
      <dsp:spPr>
        <a:xfrm>
          <a:off x="1127179" y="3890557"/>
          <a:ext cx="574678" cy="57467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C99708-CD37-479A-8C3A-77FF0A243847}">
      <dsp:nvSpPr>
        <dsp:cNvPr id="0" name=""/>
        <dsp:cNvSpPr/>
      </dsp:nvSpPr>
      <dsp:spPr>
        <a:xfrm>
          <a:off x="1247861" y="4011239"/>
          <a:ext cx="333313" cy="3333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3147FE-1A4E-434B-A4BB-F9030CF76A52}">
      <dsp:nvSpPr>
        <dsp:cNvPr id="0" name=""/>
        <dsp:cNvSpPr/>
      </dsp:nvSpPr>
      <dsp:spPr>
        <a:xfrm>
          <a:off x="1825002" y="3890557"/>
          <a:ext cx="1354598" cy="574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Suitable for field use (fire investigation) </a:t>
          </a:r>
        </a:p>
      </dsp:txBody>
      <dsp:txXfrm>
        <a:off x="1825002" y="3890557"/>
        <a:ext cx="1354598" cy="57467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9BC35C-BCE0-4FA0-8632-EFFAEAB92F29}">
      <dsp:nvSpPr>
        <dsp:cNvPr id="0" name=""/>
        <dsp:cNvSpPr/>
      </dsp:nvSpPr>
      <dsp:spPr>
        <a:xfrm>
          <a:off x="0" y="1778"/>
          <a:ext cx="6171948" cy="75800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7CC628-6E12-4606-B1F4-0AD209CB3979}">
      <dsp:nvSpPr>
        <dsp:cNvPr id="0" name=""/>
        <dsp:cNvSpPr/>
      </dsp:nvSpPr>
      <dsp:spPr>
        <a:xfrm>
          <a:off x="229296" y="172330"/>
          <a:ext cx="416903" cy="4169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0D5B28-7341-432B-842D-F9F30E7FFC65}">
      <dsp:nvSpPr>
        <dsp:cNvPr id="0" name=""/>
        <dsp:cNvSpPr/>
      </dsp:nvSpPr>
      <dsp:spPr>
        <a:xfrm>
          <a:off x="875496" y="1778"/>
          <a:ext cx="5296451" cy="758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22" tIns="80222" rIns="80222" bIns="802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Model trained in Python (Anaconda, TensorFlow/Keras) </a:t>
          </a:r>
          <a:endParaRPr lang="en-US" sz="1900" kern="1200"/>
        </a:p>
      </dsp:txBody>
      <dsp:txXfrm>
        <a:off x="875496" y="1778"/>
        <a:ext cx="5296451" cy="758005"/>
      </dsp:txXfrm>
    </dsp:sp>
    <dsp:sp modelId="{84CF9E0F-7FA6-4FA7-BA83-039866029811}">
      <dsp:nvSpPr>
        <dsp:cNvPr id="0" name=""/>
        <dsp:cNvSpPr/>
      </dsp:nvSpPr>
      <dsp:spPr>
        <a:xfrm>
          <a:off x="0" y="949286"/>
          <a:ext cx="6171948" cy="75800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61D333-1D20-425F-ADD6-7E0DD33E4FAC}">
      <dsp:nvSpPr>
        <dsp:cNvPr id="0" name=""/>
        <dsp:cNvSpPr/>
      </dsp:nvSpPr>
      <dsp:spPr>
        <a:xfrm>
          <a:off x="229296" y="1119837"/>
          <a:ext cx="416903" cy="4169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CC67C0-BB3D-472A-9617-D5311544F990}">
      <dsp:nvSpPr>
        <dsp:cNvPr id="0" name=""/>
        <dsp:cNvSpPr/>
      </dsp:nvSpPr>
      <dsp:spPr>
        <a:xfrm>
          <a:off x="875496" y="949286"/>
          <a:ext cx="5296451" cy="758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22" tIns="80222" rIns="80222" bIns="802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Converted to TensorFlow Lite format </a:t>
          </a:r>
          <a:endParaRPr lang="en-US" sz="1900" kern="1200"/>
        </a:p>
      </dsp:txBody>
      <dsp:txXfrm>
        <a:off x="875496" y="949286"/>
        <a:ext cx="5296451" cy="758005"/>
      </dsp:txXfrm>
    </dsp:sp>
    <dsp:sp modelId="{EF43772D-08AA-45A1-841A-C77010AB29E8}">
      <dsp:nvSpPr>
        <dsp:cNvPr id="0" name=""/>
        <dsp:cNvSpPr/>
      </dsp:nvSpPr>
      <dsp:spPr>
        <a:xfrm>
          <a:off x="0" y="1896793"/>
          <a:ext cx="6171948" cy="75800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5148B0-DD13-4AD4-8240-C09BACEDFCE7}">
      <dsp:nvSpPr>
        <dsp:cNvPr id="0" name=""/>
        <dsp:cNvSpPr/>
      </dsp:nvSpPr>
      <dsp:spPr>
        <a:xfrm>
          <a:off x="229296" y="2067344"/>
          <a:ext cx="416903" cy="4169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ADFF7C-956F-42BC-A22B-CFC3DAE7EB89}">
      <dsp:nvSpPr>
        <dsp:cNvPr id="0" name=""/>
        <dsp:cNvSpPr/>
      </dsp:nvSpPr>
      <dsp:spPr>
        <a:xfrm>
          <a:off x="875496" y="1896793"/>
          <a:ext cx="5296451" cy="758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22" tIns="80222" rIns="80222" bIns="802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 dirty="0"/>
            <a:t>Integrated into Android Studio (Java) </a:t>
          </a:r>
          <a:endParaRPr lang="en-US" sz="1900" kern="1200" dirty="0"/>
        </a:p>
      </dsp:txBody>
      <dsp:txXfrm>
        <a:off x="875496" y="1896793"/>
        <a:ext cx="5296451" cy="758005"/>
      </dsp:txXfrm>
    </dsp:sp>
    <dsp:sp modelId="{82A55735-5AD2-4629-AFA4-EB6D73B2A9BC}">
      <dsp:nvSpPr>
        <dsp:cNvPr id="0" name=""/>
        <dsp:cNvSpPr/>
      </dsp:nvSpPr>
      <dsp:spPr>
        <a:xfrm>
          <a:off x="0" y="2844300"/>
          <a:ext cx="6171948" cy="75800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0EFEB7-B80B-499C-9E73-DB9ED0F45C48}">
      <dsp:nvSpPr>
        <dsp:cNvPr id="0" name=""/>
        <dsp:cNvSpPr/>
      </dsp:nvSpPr>
      <dsp:spPr>
        <a:xfrm>
          <a:off x="229296" y="3014852"/>
          <a:ext cx="416903" cy="4169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97D210-6C08-48AE-86D9-CD6997955096}">
      <dsp:nvSpPr>
        <dsp:cNvPr id="0" name=""/>
        <dsp:cNvSpPr/>
      </dsp:nvSpPr>
      <dsp:spPr>
        <a:xfrm>
          <a:off x="875496" y="2844300"/>
          <a:ext cx="5296451" cy="758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22" tIns="80222" rIns="80222" bIns="802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Supports camera &amp; gallery input </a:t>
          </a:r>
          <a:endParaRPr lang="en-US" sz="1900" kern="1200"/>
        </a:p>
      </dsp:txBody>
      <dsp:txXfrm>
        <a:off x="875496" y="2844300"/>
        <a:ext cx="5296451" cy="758005"/>
      </dsp:txXfrm>
    </dsp:sp>
    <dsp:sp modelId="{DEED60DC-C29D-4B61-A767-593BB82C58AF}">
      <dsp:nvSpPr>
        <dsp:cNvPr id="0" name=""/>
        <dsp:cNvSpPr/>
      </dsp:nvSpPr>
      <dsp:spPr>
        <a:xfrm>
          <a:off x="0" y="3791808"/>
          <a:ext cx="6171948" cy="75800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401476-5E23-42DE-8E39-1841BCDF04B7}">
      <dsp:nvSpPr>
        <dsp:cNvPr id="0" name=""/>
        <dsp:cNvSpPr/>
      </dsp:nvSpPr>
      <dsp:spPr>
        <a:xfrm>
          <a:off x="229296" y="3962359"/>
          <a:ext cx="416903" cy="4169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FDD37-E359-40ED-958B-B38BF14092E2}">
      <dsp:nvSpPr>
        <dsp:cNvPr id="0" name=""/>
        <dsp:cNvSpPr/>
      </dsp:nvSpPr>
      <dsp:spPr>
        <a:xfrm>
          <a:off x="875496" y="3791808"/>
          <a:ext cx="5296451" cy="758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22" tIns="80222" rIns="80222" bIns="802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 dirty="0"/>
            <a:t>Performs real-time on-device classification </a:t>
          </a:r>
          <a:endParaRPr lang="en-US" sz="1900" kern="1200" dirty="0"/>
        </a:p>
      </dsp:txBody>
      <dsp:txXfrm>
        <a:off x="875496" y="3791808"/>
        <a:ext cx="5296451" cy="758005"/>
      </dsp:txXfrm>
    </dsp:sp>
    <dsp:sp modelId="{4E52E635-B699-4265-9217-B4159839ADEC}">
      <dsp:nvSpPr>
        <dsp:cNvPr id="0" name=""/>
        <dsp:cNvSpPr/>
      </dsp:nvSpPr>
      <dsp:spPr>
        <a:xfrm>
          <a:off x="0" y="4739315"/>
          <a:ext cx="6171948" cy="75800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FE0924-C903-4383-94E0-C0AF96076C21}">
      <dsp:nvSpPr>
        <dsp:cNvPr id="0" name=""/>
        <dsp:cNvSpPr/>
      </dsp:nvSpPr>
      <dsp:spPr>
        <a:xfrm>
          <a:off x="229296" y="4909866"/>
          <a:ext cx="416903" cy="4169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D914FD-2F53-43EE-87BD-9C9AE2F34DD4}">
      <dsp:nvSpPr>
        <dsp:cNvPr id="0" name=""/>
        <dsp:cNvSpPr/>
      </dsp:nvSpPr>
      <dsp:spPr>
        <a:xfrm>
          <a:off x="875496" y="4739315"/>
          <a:ext cx="5296451" cy="758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22" tIns="80222" rIns="80222" bIns="802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Displays predicted class and confidence </a:t>
          </a:r>
          <a:endParaRPr lang="en-US" sz="1900" kern="1200"/>
        </a:p>
      </dsp:txBody>
      <dsp:txXfrm>
        <a:off x="875496" y="4739315"/>
        <a:ext cx="5296451" cy="758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A45623-77C3-4017-B8B2-0E1E7E711F19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2C87E-9C3C-495F-8812-C259386DEB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259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2C87E-9C3C-495F-8812-C259386DEBF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81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2C87E-9C3C-495F-8812-C259386DEBF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573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2C87E-9C3C-495F-8812-C259386DEB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841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2C87E-9C3C-495F-8812-C259386DEBF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1894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2C87E-9C3C-495F-8812-C259386DEBF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148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5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54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24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98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906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2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968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38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9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286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247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214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7.xml"/><Relationship Id="rId3" Type="http://schemas.openxmlformats.org/officeDocument/2006/relationships/image" Target="../media/image11.png"/><Relationship Id="rId7" Type="http://schemas.openxmlformats.org/officeDocument/2006/relationships/diagramColors" Target="../diagrams/colors7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7.xml"/><Relationship Id="rId5" Type="http://schemas.openxmlformats.org/officeDocument/2006/relationships/diagramLayout" Target="../diagrams/layout7.xml"/><Relationship Id="rId4" Type="http://schemas.openxmlformats.org/officeDocument/2006/relationships/diagramData" Target="../diagrams/data7.xml"/><Relationship Id="rId9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image" Target="../media/image28.png"/><Relationship Id="rId7" Type="http://schemas.openxmlformats.org/officeDocument/2006/relationships/diagramData" Target="../diagrams/data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microsoft.com/office/2007/relationships/diagramDrawing" Target="../diagrams/drawing8.xml"/><Relationship Id="rId5" Type="http://schemas.openxmlformats.org/officeDocument/2006/relationships/image" Target="../media/image30.jpg"/><Relationship Id="rId10" Type="http://schemas.openxmlformats.org/officeDocument/2006/relationships/diagramColors" Target="../diagrams/colors8.xml"/><Relationship Id="rId4" Type="http://schemas.openxmlformats.org/officeDocument/2006/relationships/image" Target="../media/image29.png"/><Relationship Id="rId9" Type="http://schemas.openxmlformats.org/officeDocument/2006/relationships/diagramQuickStyle" Target="../diagrams/quickStyle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BACAAB-FC3F-8AD8-9FB9-D11296E45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676900" cy="2116539"/>
          </a:xfrm>
        </p:spPr>
        <p:txBody>
          <a:bodyPr>
            <a:noAutofit/>
          </a:bodyPr>
          <a:lstStyle/>
          <a:p>
            <a:r>
              <a:rPr lang="en-US" sz="2800" dirty="0"/>
              <a:t>Mobile Deep Learning Inference Framework for Android-Based Short-Circuit Trace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EC3DEB-FD46-8053-58C1-22D6437492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8621" y="4801850"/>
            <a:ext cx="4857857" cy="1821537"/>
          </a:xfrm>
        </p:spPr>
        <p:txBody>
          <a:bodyPr>
            <a:normAutofit/>
          </a:bodyPr>
          <a:lstStyle/>
          <a:p>
            <a:r>
              <a:rPr lang="en-US" dirty="0"/>
              <a:t>Supervisor: Prof. Junho Bang</a:t>
            </a:r>
          </a:p>
          <a:p>
            <a:r>
              <a:rPr lang="en-US" dirty="0"/>
              <a:t>Presenter: Hadi Nazari</a:t>
            </a:r>
          </a:p>
          <a:p>
            <a:r>
              <a:rPr lang="en-US" dirty="0"/>
              <a:t>IT Applied System Engineering</a:t>
            </a:r>
          </a:p>
          <a:p>
            <a:pPr algn="r"/>
            <a:r>
              <a:rPr lang="en-US" dirty="0"/>
              <a:t>2026</a:t>
            </a:r>
          </a:p>
          <a:p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7FF6DE9F-DE68-DB2C-A027-CDC34EE9A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" r="119"/>
          <a:stretch/>
        </p:blipFill>
        <p:spPr>
          <a:xfrm>
            <a:off x="7083700" y="9"/>
            <a:ext cx="5108300" cy="61340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49A9B5-2205-6A9B-3E48-04CE046ED1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040" y="4567238"/>
            <a:ext cx="5369960" cy="229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81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E8BD47-3A24-F82D-6F7B-AD2868B03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239599" cy="1307590"/>
          </a:xfrm>
        </p:spPr>
        <p:txBody>
          <a:bodyPr>
            <a:normAutofit/>
          </a:bodyPr>
          <a:lstStyle/>
          <a:p>
            <a:r>
              <a:rPr lang="en-US"/>
              <a:t>Table of contents</a:t>
            </a:r>
            <a:endParaRPr lang="en-US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815BE95-1337-20E2-B2EF-5DA486F72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Rectangle 1">
            <a:extLst>
              <a:ext uri="{FF2B5EF4-FFF2-40B4-BE49-F238E27FC236}">
                <a16:creationId xmlns:a16="http://schemas.microsoft.com/office/drawing/2014/main" id="{BAB66D4B-427A-0950-FF8B-33458721A3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788938"/>
              </p:ext>
            </p:extLst>
          </p:nvPr>
        </p:nvGraphicFramePr>
        <p:xfrm>
          <a:off x="704088" y="2221992"/>
          <a:ext cx="6239599" cy="3941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2" name="Picture 11" descr="Desk with productivity items">
            <a:extLst>
              <a:ext uri="{FF2B5EF4-FFF2-40B4-BE49-F238E27FC236}">
                <a16:creationId xmlns:a16="http://schemas.microsoft.com/office/drawing/2014/main" id="{E529E595-E437-6D54-2E65-1DE056E60A6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5197" r="19947" b="-1"/>
          <a:stretch>
            <a:fillRect/>
          </a:stretch>
        </p:blipFill>
        <p:spPr>
          <a:xfrm>
            <a:off x="7583424" y="10"/>
            <a:ext cx="4608576" cy="68579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069291-5992-DE36-4A82-21D90A4E66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422" y="5232806"/>
            <a:ext cx="4608577" cy="162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818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7EC14-E31E-3020-60AF-107788C40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98176" cy="1051914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BB96FAB-CCBF-4D1E-9D0D-B038ACC2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38F5967-A07C-7017-6D28-4B9B723E70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508545"/>
              </p:ext>
            </p:extLst>
          </p:nvPr>
        </p:nvGraphicFramePr>
        <p:xfrm>
          <a:off x="800100" y="2276474"/>
          <a:ext cx="10629900" cy="38576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8989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2D9D91-CC63-0562-2DF9-31894D037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98176" cy="1051914"/>
          </a:xfrm>
        </p:spPr>
        <p:txBody>
          <a:bodyPr>
            <a:normAutofit/>
          </a:bodyPr>
          <a:lstStyle/>
          <a:p>
            <a:r>
              <a:rPr lang="en-US" dirty="0"/>
              <a:t>Objective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B96FAB-CCBF-4D1E-9D0D-B038ACC2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9938BF9-C27D-7A46-A3E9-598146C671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2945609"/>
              </p:ext>
            </p:extLst>
          </p:nvPr>
        </p:nvGraphicFramePr>
        <p:xfrm>
          <a:off x="800100" y="2276474"/>
          <a:ext cx="10629900" cy="38576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49655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BBB8A-6559-AC82-1FC7-250F05E14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Proposed Framework for Electric Fire Short-Circuit Trace Classification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1C04E6-8050-FBE0-9394-5BBB6C52B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2008855"/>
            <a:ext cx="10591800" cy="46021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970E1E-7068-33B8-66C1-C79053CCF8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2672" y="4468304"/>
            <a:ext cx="1652766" cy="2142702"/>
          </a:xfrm>
          <a:prstGeom prst="rect">
            <a:avLst/>
          </a:prstGeom>
          <a:ln w="12700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3F7341-747B-635A-340B-F73AF66E0F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963" y="4468304"/>
            <a:ext cx="1824846" cy="2142702"/>
          </a:xfrm>
          <a:prstGeom prst="rect">
            <a:avLst/>
          </a:prstGeom>
          <a:ln w="12700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3118588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8CA6C-46B9-D9D2-5C38-B1768717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Android System Overview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8431D-7FB6-8EFC-02BB-59FC81BB7E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468" y="1816100"/>
            <a:ext cx="3481598" cy="4267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2EFF88-30BE-EB04-1BA5-AE3153C03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834" y="1816100"/>
            <a:ext cx="2484866" cy="38293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EF7E8D-5674-FA2F-EF6C-A13550C234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947" y="1685925"/>
            <a:ext cx="2484866" cy="41338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387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39DCF-CA3C-C3E0-307A-67D326923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Android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F5118-D1B7-D38B-BC7F-26DAC6F8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mobile application was developed using: </a:t>
            </a:r>
          </a:p>
          <a:p>
            <a:pPr lvl="1"/>
            <a:r>
              <a:rPr lang="en-US" b="1" dirty="0"/>
              <a:t>Java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Android Studio</a:t>
            </a:r>
            <a:r>
              <a:rPr lang="en-US" dirty="0"/>
              <a:t> </a:t>
            </a:r>
          </a:p>
          <a:p>
            <a:r>
              <a:rPr lang="en-US" dirty="0"/>
              <a:t>Model trained in Python (Anaconda, TensorFlow)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ED814-45EC-DF21-3D16-8345FD3131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651" y="914400"/>
            <a:ext cx="2812508" cy="28060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035964-0250-2742-09D7-AB6402B729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0456" y="3429000"/>
            <a:ext cx="2753882" cy="25554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43AD32-735F-A168-3B79-6658A063D9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97" t="12047" r="16661" b="7855"/>
          <a:stretch>
            <a:fillRect/>
          </a:stretch>
        </p:blipFill>
        <p:spPr>
          <a:xfrm>
            <a:off x="5776519" y="3965232"/>
            <a:ext cx="2753882" cy="21257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1CF829-ED18-6B50-C9D7-C7DDD15D18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8178" y="4191386"/>
            <a:ext cx="3640798" cy="17522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019002-A527-E7AC-1D5F-E8D05B2183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9068065" y="1749289"/>
            <a:ext cx="3917157" cy="131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729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343294-9242-DCDC-297D-E3C6B7D62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/>
              <a:t>Dataset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8E3260A2-5B7C-1EDD-25C2-3C1BE1148F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3450282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7942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F77C9A-EF85-E630-BCEA-73A36BDE1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507" y="1358671"/>
            <a:ext cx="2843711" cy="149332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dirty="0"/>
              <a:t>Preprocessing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43FB80-F48B-AB47-CE31-C1ACBC792F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776" b="1"/>
          <a:stretch>
            <a:fillRect/>
          </a:stretch>
        </p:blipFill>
        <p:spPr>
          <a:xfrm>
            <a:off x="-1" y="10"/>
            <a:ext cx="8056345" cy="685799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1FC409-B3C2-4F68-865C-C5333D6F2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41170" y="1172935"/>
            <a:ext cx="2653318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810270D-76A7-44B3-9746-7EDF57886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41170" y="3105667"/>
            <a:ext cx="265331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0352F41-621C-A6EE-C493-5B9E8069205C}"/>
              </a:ext>
            </a:extLst>
          </p:cNvPr>
          <p:cNvSpPr/>
          <p:nvPr/>
        </p:nvSpPr>
        <p:spPr>
          <a:xfrm>
            <a:off x="8200599" y="3359337"/>
            <a:ext cx="3847146" cy="197751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lIns="91440" tIns="45720" rIns="91440" bIns="45720" rtlCol="0">
            <a:normAutofit/>
          </a:bodyPr>
          <a:lstStyle/>
          <a:p>
            <a:pPr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Input image resized to: 224 × 224 pixels </a:t>
            </a:r>
          </a:p>
          <a:p>
            <a:pPr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Converted into </a:t>
            </a:r>
            <a:r>
              <a:rPr lang="en-US" altLang="en-US" dirty="0" err="1">
                <a:solidFill>
                  <a:schemeClr val="tx1"/>
                </a:solidFill>
              </a:rPr>
              <a:t>ByteBuffer</a:t>
            </a:r>
            <a:r>
              <a:rPr lang="en-US" altLang="en-US" dirty="0">
                <a:solidFill>
                  <a:schemeClr val="tx1"/>
                </a:solidFill>
              </a:rPr>
              <a:t> format </a:t>
            </a:r>
          </a:p>
          <a:p>
            <a:pPr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Pixel normalization applied for model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2059661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40F93-6CA0-6E0A-7079-63800E0A3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4023657"/>
            <a:ext cx="3794760" cy="2110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/>
              <a:t>Model Conversion (TensorFlow Lite)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94492-ADFE-6A6C-D51B-78C441E8F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72" r="2" b="5454"/>
          <a:stretch>
            <a:fillRect/>
          </a:stretch>
        </p:blipFill>
        <p:spPr>
          <a:xfrm>
            <a:off x="800100" y="717656"/>
            <a:ext cx="10591800" cy="308610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4114590"/>
            <a:ext cx="9818" cy="20195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5638A833-A260-2196-CB85-A1AA329CB1F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50882" y="3803756"/>
            <a:ext cx="6841068" cy="28986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 After training, the best-performing model was converted to TensorFlow Lite (.</a:t>
            </a:r>
            <a:r>
              <a:rPr lang="en-US" altLang="en-US" sz="1600" dirty="0" err="1"/>
              <a:t>tflite</a:t>
            </a:r>
            <a:r>
              <a:rPr lang="en-US" altLang="en-US" sz="1600" dirty="0"/>
              <a:t>) format. 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en-US" altLang="en-US" sz="1600" dirty="0"/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 This step enables: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600" dirty="0"/>
              <a:t>Reduced model size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600" dirty="0"/>
              <a:t>Faster inference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600" dirty="0"/>
              <a:t>Compatibility with mobile devices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516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05316-FCC6-814C-4A8C-E1E96E5F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Process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7FD2A6C-9F51-65E2-7536-2E71BD6F0C6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00635" y="2221992"/>
          <a:ext cx="106912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58111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98A88-9979-1D4F-7C18-AAD0D3237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r>
              <a:rPr lang="en-US" dirty="0" err="1"/>
              <a:t>ByteBuffer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298455-A4FE-8301-4742-5033379F9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memory container for raw numerical data</a:t>
            </a:r>
          </a:p>
          <a:p>
            <a:r>
              <a:rPr lang="en-US" dirty="0"/>
              <a:t>TensorFlow Lite understands only numerical arrays (tensors).</a:t>
            </a:r>
            <a:endParaRPr lang="en-US" b="1" dirty="0"/>
          </a:p>
          <a:p>
            <a:r>
              <a:rPr lang="en-US" dirty="0"/>
              <a:t>TensorFlow Lite requires input in this form because:</a:t>
            </a:r>
          </a:p>
          <a:p>
            <a:pPr lvl="1"/>
            <a:r>
              <a:rPr lang="en-US" dirty="0"/>
              <a:t>It is </a:t>
            </a:r>
            <a:r>
              <a:rPr lang="en-US" b="1" dirty="0"/>
              <a:t>fast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It is </a:t>
            </a:r>
            <a:r>
              <a:rPr lang="en-US" b="1" dirty="0"/>
              <a:t>low-level (close to hardware)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It avoids extra memory copying </a:t>
            </a:r>
          </a:p>
          <a:p>
            <a:endParaRPr lang="en-US" dirty="0"/>
          </a:p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A45CE1-0590-0AA0-77E9-21A9FB723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7392" y="890873"/>
            <a:ext cx="3414508" cy="511536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2266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37753-EF54-37E8-FD90-91822B4A9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Overview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93E085-27D9-68AE-8361-FCCF7526FD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68" b="13790"/>
          <a:stretch>
            <a:fillRect/>
          </a:stretch>
        </p:blipFill>
        <p:spPr>
          <a:xfrm>
            <a:off x="450056" y="1866900"/>
            <a:ext cx="11425238" cy="4171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796BA-9704-39AC-024F-F84834E5B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599" y="2591924"/>
            <a:ext cx="1547502" cy="29051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550A65-F4CC-4859-2168-9E7E700071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1" y="2591924"/>
            <a:ext cx="1400174" cy="2884951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04346F-F2E2-7EFC-57AE-B3E136C6C764}"/>
              </a:ext>
            </a:extLst>
          </p:cNvPr>
          <p:cNvSpPr/>
          <p:nvPr/>
        </p:nvSpPr>
        <p:spPr>
          <a:xfrm>
            <a:off x="8576329" y="2817044"/>
            <a:ext cx="452927" cy="17091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0.94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F736E64-9011-8268-DA69-8AC9C5B81AEE}"/>
              </a:ext>
            </a:extLst>
          </p:cNvPr>
          <p:cNvSpPr/>
          <p:nvPr/>
        </p:nvSpPr>
        <p:spPr>
          <a:xfrm>
            <a:off x="9154638" y="3924845"/>
            <a:ext cx="391015" cy="151499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0.06</a:t>
            </a:r>
          </a:p>
        </p:txBody>
      </p:sp>
    </p:spTree>
    <p:extLst>
      <p:ext uri="{BB962C8B-B14F-4D97-AF65-F5344CB8AC3E}">
        <p14:creationId xmlns:p14="http://schemas.microsoft.com/office/powerpoint/2010/main" val="3636350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E124-7616-F7B2-6E6A-584D271C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Results</a:t>
            </a:r>
            <a:endParaRPr lang="en-US" dirty="0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40267E94-28BF-49F1-5F1B-1674EA319F8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00635" y="2221992"/>
          <a:ext cx="106912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237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3D0AD61-C4EE-4A0B-8733-BAE046F63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04663A-AC38-2C22-F08A-6B5C83D95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7"/>
            <a:ext cx="10691813" cy="946391"/>
          </a:xfrm>
        </p:spPr>
        <p:txBody>
          <a:bodyPr>
            <a:normAutofit/>
          </a:bodyPr>
          <a:lstStyle/>
          <a:p>
            <a:r>
              <a:rPr lang="en-US"/>
              <a:t>Application Interface</a:t>
            </a:r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916C3E3-8382-46AB-88B8-8CAE8FF282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30D8004-2DC7-4D73-9CFF-53FCED18D2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035" y="1998045"/>
            <a:ext cx="2265484" cy="39503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A475A5-8236-4912-DE76-C1FBAA327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9151" y="1919441"/>
            <a:ext cx="2196461" cy="4028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6B2F53-52E2-4B53-BAF3-FCB37CD9E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008E06-A8DE-C528-FA18-D0C943E727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4674718"/>
              </p:ext>
            </p:extLst>
          </p:nvPr>
        </p:nvGraphicFramePr>
        <p:xfrm>
          <a:off x="6622302" y="2067247"/>
          <a:ext cx="4769598" cy="38811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80F1EFB8-E33E-6B97-6426-F583F3B885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80" y="1036959"/>
            <a:ext cx="4156994" cy="5548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007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109E738-3B9E-4529-9D47-C9708D612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8AF8C6-04F1-1BE5-3665-C9CFB3AD1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7"/>
            <a:ext cx="3968165" cy="131673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Advantages of the Mobile Implementation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96A13E-5C9D-4C6C-B52D-A2C74DEFC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FE42FAE-F37B-0DF0-61B5-39F625E03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" r="5" b="5"/>
          <a:stretch>
            <a:fillRect/>
          </a:stretch>
        </p:blipFill>
        <p:spPr>
          <a:xfrm>
            <a:off x="5995814" y="3774510"/>
            <a:ext cx="2190751" cy="2315394"/>
          </a:xfrm>
          <a:prstGeom prst="rect">
            <a:avLst/>
          </a:prstGeom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E35C21-263D-BDE5-39B9-F2BB615DBC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t="-5057" r="-5366" b="-2302"/>
          <a:stretch>
            <a:fillRect/>
          </a:stretch>
        </p:blipFill>
        <p:spPr>
          <a:xfrm>
            <a:off x="9175510" y="3619280"/>
            <a:ext cx="2553939" cy="2369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C6D276-FC76-20CF-B123-B383CA9FA8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51" t="8735" r="19636" b="14557"/>
          <a:stretch>
            <a:fillRect/>
          </a:stretch>
        </p:blipFill>
        <p:spPr>
          <a:xfrm>
            <a:off x="6355080" y="1073453"/>
            <a:ext cx="1717717" cy="2010037"/>
          </a:xfrm>
          <a:prstGeom prst="rect">
            <a:avLst/>
          </a:prstGeom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4A9139-F2AA-FB8A-55D9-6667761289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6" r="3" b="6594"/>
          <a:stretch>
            <a:fillRect/>
          </a:stretch>
        </p:blipFill>
        <p:spPr>
          <a:xfrm>
            <a:off x="8833250" y="519918"/>
            <a:ext cx="2683193" cy="2647378"/>
          </a:xfrm>
          <a:prstGeom prst="rect">
            <a:avLst/>
          </a:prstGeom>
        </p:spPr>
      </p:pic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2A33A803-484B-7AA7-BCD6-7CC02F1A85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9835090"/>
              </p:ext>
            </p:extLst>
          </p:nvPr>
        </p:nvGraphicFramePr>
        <p:xfrm>
          <a:off x="700088" y="2226373"/>
          <a:ext cx="4306780" cy="44670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560621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05EF46-A95D-CCAC-7113-15EE9B80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914776" cy="1018095"/>
          </a:xfrm>
        </p:spPr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BFD5B9F-5FB6-467D-83D5-DF82F1907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524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1F55EC4B-1A69-5A67-4E1C-5447175FB1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3133520"/>
              </p:ext>
            </p:extLst>
          </p:nvPr>
        </p:nvGraphicFramePr>
        <p:xfrm>
          <a:off x="5219952" y="723900"/>
          <a:ext cx="6171948" cy="5499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0299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04DE3-78BD-9B8B-D26F-313776A37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4749" y="909638"/>
            <a:ext cx="5201121" cy="1318062"/>
          </a:xfrm>
        </p:spPr>
        <p:txBody>
          <a:bodyPr>
            <a:normAutofit/>
          </a:bodyPr>
          <a:lstStyle/>
          <a:p>
            <a:r>
              <a:rPr lang="en-US" dirty="0"/>
              <a:t>Future Work</a:t>
            </a:r>
          </a:p>
        </p:txBody>
      </p:sp>
      <p:pic>
        <p:nvPicPr>
          <p:cNvPr id="6" name="Picture 5" descr="Person watching empty phone">
            <a:extLst>
              <a:ext uri="{FF2B5EF4-FFF2-40B4-BE49-F238E27FC236}">
                <a16:creationId xmlns:a16="http://schemas.microsoft.com/office/drawing/2014/main" id="{EAFB2C80-3738-42C5-CF89-1E11DDA729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904" r="6745" b="-1"/>
          <a:stretch>
            <a:fillRect/>
          </a:stretch>
        </p:blipFill>
        <p:spPr>
          <a:xfrm>
            <a:off x="20" y="10"/>
            <a:ext cx="568674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22739" y="722376"/>
            <a:ext cx="16002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9ACD3A18-FF4F-DF7A-F679-1543F3D1D9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86760" y="1951862"/>
            <a:ext cx="6383320" cy="296760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sz="21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Calisto MT"/>
              </a:rPr>
              <a:t>Expanding the dataset to improve generalization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sz="21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Calisto MT"/>
              </a:rPr>
              <a:t>Enhancing accuracy using advanced models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sz="21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Calisto MT"/>
              </a:rPr>
              <a:t>Improving the user interface with better graphics and usability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sz="21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Calisto MT"/>
              </a:rPr>
              <a:t>Adding more features for practical and flexible use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1CD97F-7DB5-D739-1D3C-499D9943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312" y="1592533"/>
            <a:ext cx="1063928" cy="2312717"/>
          </a:xfrm>
          <a:custGeom>
            <a:avLst/>
            <a:gdLst>
              <a:gd name="csX0" fmla="*/ 0 w 1063928"/>
              <a:gd name="csY0" fmla="*/ 0 h 2312717"/>
              <a:gd name="csX1" fmla="*/ 553243 w 1063928"/>
              <a:gd name="csY1" fmla="*/ 0 h 2312717"/>
              <a:gd name="csX2" fmla="*/ 1063928 w 1063928"/>
              <a:gd name="csY2" fmla="*/ 0 h 2312717"/>
              <a:gd name="csX3" fmla="*/ 1063928 w 1063928"/>
              <a:gd name="csY3" fmla="*/ 531925 h 2312717"/>
              <a:gd name="csX4" fmla="*/ 1063928 w 1063928"/>
              <a:gd name="csY4" fmla="*/ 1086977 h 2312717"/>
              <a:gd name="csX5" fmla="*/ 1063928 w 1063928"/>
              <a:gd name="csY5" fmla="*/ 1665156 h 2312717"/>
              <a:gd name="csX6" fmla="*/ 1063928 w 1063928"/>
              <a:gd name="csY6" fmla="*/ 2312717 h 2312717"/>
              <a:gd name="csX7" fmla="*/ 521325 w 1063928"/>
              <a:gd name="csY7" fmla="*/ 2312717 h 2312717"/>
              <a:gd name="csX8" fmla="*/ 0 w 1063928"/>
              <a:gd name="csY8" fmla="*/ 2312717 h 2312717"/>
              <a:gd name="csX9" fmla="*/ 0 w 1063928"/>
              <a:gd name="csY9" fmla="*/ 1734538 h 2312717"/>
              <a:gd name="csX10" fmla="*/ 0 w 1063928"/>
              <a:gd name="csY10" fmla="*/ 1225740 h 2312717"/>
              <a:gd name="csX11" fmla="*/ 0 w 1063928"/>
              <a:gd name="csY11" fmla="*/ 693815 h 2312717"/>
              <a:gd name="csX12" fmla="*/ 0 w 1063928"/>
              <a:gd name="csY12" fmla="*/ 0 h 23127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063928" h="2312717" fill="none" extrusionOk="0">
                <a:moveTo>
                  <a:pt x="0" y="0"/>
                </a:moveTo>
                <a:cubicBezTo>
                  <a:pt x="229130" y="14206"/>
                  <a:pt x="417196" y="13033"/>
                  <a:pt x="553243" y="0"/>
                </a:cubicBezTo>
                <a:cubicBezTo>
                  <a:pt x="689290" y="-13033"/>
                  <a:pt x="874165" y="25291"/>
                  <a:pt x="1063928" y="0"/>
                </a:cubicBezTo>
                <a:cubicBezTo>
                  <a:pt x="1082989" y="159103"/>
                  <a:pt x="1038949" y="381022"/>
                  <a:pt x="1063928" y="531925"/>
                </a:cubicBezTo>
                <a:cubicBezTo>
                  <a:pt x="1088907" y="682828"/>
                  <a:pt x="1082811" y="919187"/>
                  <a:pt x="1063928" y="1086977"/>
                </a:cubicBezTo>
                <a:cubicBezTo>
                  <a:pt x="1045045" y="1254767"/>
                  <a:pt x="1078331" y="1535131"/>
                  <a:pt x="1063928" y="1665156"/>
                </a:cubicBezTo>
                <a:cubicBezTo>
                  <a:pt x="1049525" y="1795181"/>
                  <a:pt x="1036920" y="2091605"/>
                  <a:pt x="1063928" y="2312717"/>
                </a:cubicBezTo>
                <a:cubicBezTo>
                  <a:pt x="834087" y="2313881"/>
                  <a:pt x="680034" y="2332771"/>
                  <a:pt x="521325" y="2312717"/>
                </a:cubicBezTo>
                <a:cubicBezTo>
                  <a:pt x="362616" y="2292663"/>
                  <a:pt x="115873" y="2305586"/>
                  <a:pt x="0" y="2312717"/>
                </a:cubicBezTo>
                <a:cubicBezTo>
                  <a:pt x="25300" y="2080060"/>
                  <a:pt x="-5887" y="2005519"/>
                  <a:pt x="0" y="1734538"/>
                </a:cubicBezTo>
                <a:cubicBezTo>
                  <a:pt x="5887" y="1463557"/>
                  <a:pt x="-21261" y="1413240"/>
                  <a:pt x="0" y="1225740"/>
                </a:cubicBezTo>
                <a:cubicBezTo>
                  <a:pt x="21261" y="1038240"/>
                  <a:pt x="12050" y="884068"/>
                  <a:pt x="0" y="693815"/>
                </a:cubicBezTo>
                <a:cubicBezTo>
                  <a:pt x="-12050" y="503562"/>
                  <a:pt x="-18684" y="236559"/>
                  <a:pt x="0" y="0"/>
                </a:cubicBezTo>
                <a:close/>
              </a:path>
              <a:path w="1063928" h="2312717" stroke="0" extrusionOk="0">
                <a:moveTo>
                  <a:pt x="0" y="0"/>
                </a:moveTo>
                <a:cubicBezTo>
                  <a:pt x="270797" y="12396"/>
                  <a:pt x="383879" y="-350"/>
                  <a:pt x="553243" y="0"/>
                </a:cubicBezTo>
                <a:cubicBezTo>
                  <a:pt x="722607" y="350"/>
                  <a:pt x="885253" y="-963"/>
                  <a:pt x="1063928" y="0"/>
                </a:cubicBezTo>
                <a:cubicBezTo>
                  <a:pt x="1039797" y="179745"/>
                  <a:pt x="1074112" y="397548"/>
                  <a:pt x="1063928" y="555052"/>
                </a:cubicBezTo>
                <a:cubicBezTo>
                  <a:pt x="1053744" y="712556"/>
                  <a:pt x="1043828" y="969028"/>
                  <a:pt x="1063928" y="1133231"/>
                </a:cubicBezTo>
                <a:cubicBezTo>
                  <a:pt x="1084028" y="1297434"/>
                  <a:pt x="1066879" y="1446826"/>
                  <a:pt x="1063928" y="1688283"/>
                </a:cubicBezTo>
                <a:cubicBezTo>
                  <a:pt x="1060977" y="1929740"/>
                  <a:pt x="1054685" y="2016760"/>
                  <a:pt x="1063928" y="2312717"/>
                </a:cubicBezTo>
                <a:cubicBezTo>
                  <a:pt x="945074" y="2296385"/>
                  <a:pt x="760013" y="2297134"/>
                  <a:pt x="510685" y="2312717"/>
                </a:cubicBezTo>
                <a:cubicBezTo>
                  <a:pt x="261357" y="2328300"/>
                  <a:pt x="181308" y="2315957"/>
                  <a:pt x="0" y="2312717"/>
                </a:cubicBezTo>
                <a:cubicBezTo>
                  <a:pt x="-21295" y="2120158"/>
                  <a:pt x="-19176" y="2027623"/>
                  <a:pt x="0" y="1803919"/>
                </a:cubicBezTo>
                <a:cubicBezTo>
                  <a:pt x="19176" y="1580215"/>
                  <a:pt x="25184" y="1425430"/>
                  <a:pt x="0" y="1295122"/>
                </a:cubicBezTo>
                <a:cubicBezTo>
                  <a:pt x="-25184" y="1164814"/>
                  <a:pt x="-20557" y="894741"/>
                  <a:pt x="0" y="786324"/>
                </a:cubicBezTo>
                <a:cubicBezTo>
                  <a:pt x="20557" y="677907"/>
                  <a:pt x="5370" y="359509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86594009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51691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341BFA31-6544-45C2-9DA0-9E1C5E0B1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033134-18FB-A64B-79E2-64570EB7D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88529"/>
            <a:ext cx="5751458" cy="37383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/>
              <a:t>Thank you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C36F877-5419-44C1-A2CD-376BDDDC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8411"/>
            <a:ext cx="568447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DCBD06D5-4B93-3425-386A-C98B594F4C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2676" y="670655"/>
            <a:ext cx="2633430" cy="263343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B21692-652C-4371-95C5-05248EF34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56844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07827A0-5B34-0D0C-3532-EB8F08CC21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518" y="3625817"/>
            <a:ext cx="4169747" cy="144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6442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1404</TotalTime>
  <Words>429</Words>
  <Application>Microsoft Office PowerPoint</Application>
  <PresentationFormat>Widescreen</PresentationFormat>
  <Paragraphs>101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Calisto MT</vt:lpstr>
      <vt:lpstr>Univers Condensed</vt:lpstr>
      <vt:lpstr>Wingdings</vt:lpstr>
      <vt:lpstr>ChronicleVTI</vt:lpstr>
      <vt:lpstr>Mobile Deep Learning Inference Framework for Android-Based Short-Circuit Trace Classification</vt:lpstr>
      <vt:lpstr>Table of contents</vt:lpstr>
      <vt:lpstr>Introduction</vt:lpstr>
      <vt:lpstr>Objective</vt:lpstr>
      <vt:lpstr>Proposed Framework for Electric Fire Short-Circuit Trace Classification </vt:lpstr>
      <vt:lpstr>Android System Overview</vt:lpstr>
      <vt:lpstr>Android Implementation</vt:lpstr>
      <vt:lpstr>Dataset</vt:lpstr>
      <vt:lpstr>Preprocessing </vt:lpstr>
      <vt:lpstr>Model Conversion (TensorFlow Lite)</vt:lpstr>
      <vt:lpstr>Inference Process</vt:lpstr>
      <vt:lpstr>ByteBuffer</vt:lpstr>
      <vt:lpstr>System Overview</vt:lpstr>
      <vt:lpstr>Results</vt:lpstr>
      <vt:lpstr>Application Interface</vt:lpstr>
      <vt:lpstr>Advantages of the Mobile Implementation</vt:lpstr>
      <vt:lpstr>Summary</vt:lpstr>
      <vt:lpstr>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 Nazari</dc:creator>
  <cp:lastModifiedBy>Hadi Nazari</cp:lastModifiedBy>
  <cp:revision>32</cp:revision>
  <dcterms:created xsi:type="dcterms:W3CDTF">2026-04-02T07:02:16Z</dcterms:created>
  <dcterms:modified xsi:type="dcterms:W3CDTF">2026-04-03T06:28:29Z</dcterms:modified>
</cp:coreProperties>
</file>